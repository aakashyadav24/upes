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 id="2147483664" r:id="rId5"/>
  </p:sldMasterIdLst>
  <p:notesMasterIdLst>
    <p:notesMasterId r:id="rId32"/>
  </p:notesMasterIdLst>
  <p:handoutMasterIdLst>
    <p:handoutMasterId r:id="rId33"/>
  </p:handoutMasterIdLst>
  <p:sldIdLst>
    <p:sldId id="1523" r:id="rId6"/>
    <p:sldId id="312" r:id="rId7"/>
    <p:sldId id="1497" r:id="rId8"/>
    <p:sldId id="1498" r:id="rId9"/>
    <p:sldId id="1521" r:id="rId10"/>
    <p:sldId id="1499" r:id="rId11"/>
    <p:sldId id="1517" r:id="rId12"/>
    <p:sldId id="1528" r:id="rId13"/>
    <p:sldId id="1500" r:id="rId14"/>
    <p:sldId id="1513" r:id="rId15"/>
    <p:sldId id="1529" r:id="rId16"/>
    <p:sldId id="1504" r:id="rId17"/>
    <p:sldId id="1530" r:id="rId18"/>
    <p:sldId id="1522" r:id="rId19"/>
    <p:sldId id="1531" r:id="rId20"/>
    <p:sldId id="1508" r:id="rId21"/>
    <p:sldId id="290" r:id="rId22"/>
    <p:sldId id="1524" r:id="rId23"/>
    <p:sldId id="1526" r:id="rId24"/>
    <p:sldId id="1527" r:id="rId25"/>
    <p:sldId id="1525" r:id="rId26"/>
    <p:sldId id="1514" r:id="rId27"/>
    <p:sldId id="1516" r:id="rId28"/>
    <p:sldId id="1515" r:id="rId29"/>
    <p:sldId id="1520" r:id="rId30"/>
    <p:sldId id="27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5A6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2D3B89-2197-DE47-4455-CC232B960B78}" v="63" dt="2025-08-26T17:20:52.692"/>
    <p1510:client id="{0E54B145-C355-ED30-AB95-6038771FF429}" v="232" dt="2025-08-25T10:56:56.487"/>
    <p1510:client id="{2017931F-1F65-E2DD-F33B-5399A574C1B0}" v="41" dt="2025-08-26T15:55:06.579"/>
    <p1510:client id="{24EB6676-DE83-A3F8-F74C-3EC0D3EE000E}" v="1324" dt="2025-08-26T18:23:19.427"/>
    <p1510:client id="{5660C701-A467-DAC9-A322-F80DBE93932E}" v="752" dt="2025-08-26T17:47:51.067"/>
    <p1510:client id="{E5591151-B829-D639-EEBC-7622C2BFF125}" v="5" dt="2025-08-26T18:25:25.420"/>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8/10/relationships/authors" Target="authors.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10/7/2025</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12307124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2" y="4952601"/>
            <a:ext cx="10830797" cy="786384"/>
          </a:xfrm>
        </p:spPr>
        <p:txBody>
          <a:bodyPr anchor="b">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2" y="5738985"/>
            <a:ext cx="10830798" cy="480373"/>
          </a:xfrm>
        </p:spPr>
        <p:txBody>
          <a:bodyPr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p:nvPr>
        </p:nvSpPr>
        <p:spPr>
          <a:xfrm>
            <a:off x="348996" y="359053"/>
            <a:ext cx="11494008" cy="4206240"/>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a:t>Click icon to add picture</a:t>
            </a:r>
          </a:p>
        </p:txBody>
      </p:sp>
      <p:sp>
        <p:nvSpPr>
          <p:cNvPr id="12" name="Date Placeholder 3">
            <a:extLst>
              <a:ext uri="{FF2B5EF4-FFF2-40B4-BE49-F238E27FC236}">
                <a16:creationId xmlns:a16="http://schemas.microsoft.com/office/drawing/2014/main" id="{D42F7524-ABFF-42FC-F524-246A480B897B}"/>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3" name="Footer Placeholder 4">
            <a:extLst>
              <a:ext uri="{FF2B5EF4-FFF2-40B4-BE49-F238E27FC236}">
                <a16:creationId xmlns:a16="http://schemas.microsoft.com/office/drawing/2014/main" id="{663E3457-D591-49C3-2608-0E03890C56AD}"/>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4" name="Slide Number Placeholder 5">
            <a:extLst>
              <a:ext uri="{FF2B5EF4-FFF2-40B4-BE49-F238E27FC236}">
                <a16:creationId xmlns:a16="http://schemas.microsoft.com/office/drawing/2014/main" id="{37CB6AF0-4147-00BA-8130-83977A07D4FD}"/>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794656" y="842464"/>
            <a:ext cx="10613572" cy="1099457"/>
          </a:xfrm>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94657" y="2090057"/>
            <a:ext cx="10613572" cy="3967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anchor="b">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04233" y="4731335"/>
            <a:ext cx="4192166" cy="1312286"/>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p:nvPr>
        </p:nvSpPr>
        <p:spPr>
          <a:xfrm>
            <a:off x="349375" y="361188"/>
            <a:ext cx="6281928" cy="6135624"/>
          </a:xfrm>
          <a:blipFill>
            <a:blip r:embed="rId2" cstate="email">
              <a:alphaModFix amt="50000"/>
              <a:extLst>
                <a:ext uri="{28A0092B-C50C-407E-A947-70E740481C1C}">
                  <a14:useLocalDpi xmlns:a14="http://schemas.microsoft.com/office/drawing/2010/main"/>
                </a:ext>
              </a:extLst>
            </a:blip>
            <a:stretch>
              <a:fillRect/>
            </a:stretch>
          </a:blipFill>
          <a:ln w="19050">
            <a:noFill/>
            <a:miter lim="800000"/>
          </a:ln>
        </p:spPr>
        <p:txBody>
          <a:bodyPr/>
          <a:lstStyle/>
          <a:p>
            <a:r>
              <a:rPr lang="en-US"/>
              <a:t>Click icon to add picture</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ate Placeholder 3">
            <a:extLst>
              <a:ext uri="{FF2B5EF4-FFF2-40B4-BE49-F238E27FC236}">
                <a16:creationId xmlns:a16="http://schemas.microsoft.com/office/drawing/2014/main" id="{DE67F68C-4D7B-717C-D360-0C7B177E7887}"/>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3" name="Footer Placeholder 4">
            <a:extLst>
              <a:ext uri="{FF2B5EF4-FFF2-40B4-BE49-F238E27FC236}">
                <a16:creationId xmlns:a16="http://schemas.microsoft.com/office/drawing/2014/main" id="{362027BE-9356-D4CB-179D-26A5D76B3FB3}"/>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4" name="Slide Number Placeholder 5">
            <a:extLst>
              <a:ext uri="{FF2B5EF4-FFF2-40B4-BE49-F238E27FC236}">
                <a16:creationId xmlns:a16="http://schemas.microsoft.com/office/drawing/2014/main" id="{4DD4DA43-0E0A-52D7-598D-E21C37400DB8}"/>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anchor="t">
            <a:normAutofit/>
          </a:bodyPr>
          <a:lstStyle>
            <a:lvl1pPr algn="l">
              <a:defRPr sz="5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9300" y="4668118"/>
            <a:ext cx="4337407"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p:nvPr>
        </p:nvSpPr>
        <p:spPr>
          <a:xfrm>
            <a:off x="5752063" y="361188"/>
            <a:ext cx="6089904" cy="6135624"/>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a:t>Click icon to add picture</a:t>
            </a:r>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ate Placeholder 3">
            <a:extLst>
              <a:ext uri="{FF2B5EF4-FFF2-40B4-BE49-F238E27FC236}">
                <a16:creationId xmlns:a16="http://schemas.microsoft.com/office/drawing/2014/main" id="{01F41629-C05C-09F2-6087-F8836305BC83}"/>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3" name="Footer Placeholder 4">
            <a:extLst>
              <a:ext uri="{FF2B5EF4-FFF2-40B4-BE49-F238E27FC236}">
                <a16:creationId xmlns:a16="http://schemas.microsoft.com/office/drawing/2014/main" id="{321E8832-F660-8A12-2B3C-B0368A84058A}"/>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4" name="Slide Number Placeholder 5">
            <a:extLst>
              <a:ext uri="{FF2B5EF4-FFF2-40B4-BE49-F238E27FC236}">
                <a16:creationId xmlns:a16="http://schemas.microsoft.com/office/drawing/2014/main" id="{420AF754-B09E-920F-08CC-F9E9A98778D4}"/>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74076" y="1359777"/>
            <a:ext cx="5880761" cy="3212224"/>
          </a:xfrm>
        </p:spPr>
        <p:txBody>
          <a:bodyPr anchor="t">
            <a:normAutofit/>
          </a:bodyPr>
          <a:lstStyle>
            <a:lvl1pPr algn="l">
              <a:defRPr sz="6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74076" y="4731335"/>
            <a:ext cx="5880761" cy="960017"/>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7" name="Date Placeholder 3">
            <a:extLst>
              <a:ext uri="{FF2B5EF4-FFF2-40B4-BE49-F238E27FC236}">
                <a16:creationId xmlns:a16="http://schemas.microsoft.com/office/drawing/2014/main" id="{77986531-74DA-0AB6-CF8A-3F7068E25826}"/>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8" name="Footer Placeholder 4">
            <a:extLst>
              <a:ext uri="{FF2B5EF4-FFF2-40B4-BE49-F238E27FC236}">
                <a16:creationId xmlns:a16="http://schemas.microsoft.com/office/drawing/2014/main" id="{498ADF74-5A31-A27F-9559-8871D1067043}"/>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9" name="Slide Number Placeholder 5">
            <a:extLst>
              <a:ext uri="{FF2B5EF4-FFF2-40B4-BE49-F238E27FC236}">
                <a16:creationId xmlns:a16="http://schemas.microsoft.com/office/drawing/2014/main" id="{7751A81C-585C-BAAE-4A41-9A65B5606847}"/>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 y="839111"/>
            <a:ext cx="8001000" cy="3345328"/>
          </a:xfrm>
        </p:spPr>
        <p:txBody>
          <a:bodyPr anchor="t">
            <a:normAutofit/>
          </a:bodyPr>
          <a:lstStyle>
            <a:lvl1pPr algn="l">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 y="4473553"/>
            <a:ext cx="638120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10/7/2025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 y="841248"/>
            <a:ext cx="7681495" cy="3592629"/>
          </a:xfrm>
        </p:spPr>
        <p:txBody>
          <a:bodyPr anchor="b">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 y="4617138"/>
            <a:ext cx="723830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10/7/2025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10/7/2025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4"/>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E997385-2640-2459-FCDF-0C9E6AB66B64}"/>
              </a:ext>
            </a:extLst>
          </p:cNvPr>
          <p:cNvSpPr>
            <a:spLocks noGrp="1"/>
          </p:cNvSpPr>
          <p:nvPr>
            <p:ph type="ctrTitle"/>
          </p:nvPr>
        </p:nvSpPr>
        <p:spPr>
          <a:xfrm>
            <a:off x="1474076" y="1359776"/>
            <a:ext cx="7354238" cy="4331575"/>
          </a:xfrm>
        </p:spPr>
        <p:txBody>
          <a:bodyPr anchor="b">
            <a:normAutofit/>
          </a:bodyPr>
          <a:lstStyle>
            <a:lvl1pPr algn="l">
              <a:defRPr sz="6200"/>
            </a:lvl1pPr>
          </a:lstStyle>
          <a:p>
            <a:r>
              <a:rPr lang="en-US"/>
              <a:t>Click to edit Master title style</a:t>
            </a:r>
          </a:p>
        </p:txBody>
      </p:sp>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10/7/2025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E997385-2640-2459-FCDF-0C9E6AB66B64}"/>
              </a:ext>
            </a:extLst>
          </p:cNvPr>
          <p:cNvSpPr>
            <a:spLocks noGrp="1"/>
          </p:cNvSpPr>
          <p:nvPr>
            <p:ph type="ctrTitle"/>
          </p:nvPr>
        </p:nvSpPr>
        <p:spPr>
          <a:xfrm>
            <a:off x="1474076" y="1359776"/>
            <a:ext cx="7402445" cy="4331575"/>
          </a:xfrm>
        </p:spPr>
        <p:txBody>
          <a:bodyPr anchor="t">
            <a:normAutofit/>
          </a:bodyPr>
          <a:lstStyle>
            <a:lvl1pPr algn="l">
              <a:defRPr sz="6200"/>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10/7/2025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03988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95528" y="841248"/>
            <a:ext cx="8931403" cy="1384357"/>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528"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10/7/2025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7459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AAB4670-578E-C407-B8FE-F50501B06177}"/>
              </a:ext>
            </a:extLst>
          </p:cNvPr>
          <p:cNvSpPr/>
          <p:nvPr/>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585AED54-B0B3-D614-DEFD-5CE4799F522B}"/>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74076" y="1166648"/>
            <a:ext cx="5880761" cy="4524704"/>
          </a:xfrm>
        </p:spPr>
        <p:txBody>
          <a:bodyPr anchor="b">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95881" y="1170041"/>
            <a:ext cx="2520697" cy="4521309"/>
          </a:xfrm>
        </p:spPr>
        <p:txBody>
          <a:bodyPr anchor="t">
            <a:normAutofit/>
          </a:bodyPr>
          <a:lstStyle>
            <a:lvl1pPr marL="0" indent="0" algn="l">
              <a:lnSpc>
                <a:spcPct val="15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Date Placeholder 3">
            <a:extLst>
              <a:ext uri="{FF2B5EF4-FFF2-40B4-BE49-F238E27FC236}">
                <a16:creationId xmlns:a16="http://schemas.microsoft.com/office/drawing/2014/main" id="{DB9EE63E-BD4D-1B83-F683-7801D913713D}"/>
              </a:ext>
            </a:extLst>
          </p:cNvPr>
          <p:cNvSpPr>
            <a:spLocks noGrp="1"/>
          </p:cNvSpPr>
          <p:nvPr>
            <p:ph type="dt" sz="half" idx="10"/>
          </p:nvPr>
        </p:nvSpPr>
        <p:spPr>
          <a:xfrm>
            <a:off x="612647" y="6498770"/>
            <a:ext cx="3494314" cy="359229"/>
          </a:xfrm>
        </p:spPr>
        <p:txBody>
          <a:bodyPr/>
          <a:lstStyle/>
          <a:p>
            <a:fld id="{080CD416-224D-4632-8302-C1A0B05C0690}" type="datetime1">
              <a:rPr lang="en-US" smtClean="0"/>
              <a:t>10/7/2025</a:t>
            </a:fld>
            <a:endParaRPr lang="en-US"/>
          </a:p>
        </p:txBody>
      </p:sp>
      <p:sp>
        <p:nvSpPr>
          <p:cNvPr id="10" name="Footer Placeholder 4">
            <a:extLst>
              <a:ext uri="{FF2B5EF4-FFF2-40B4-BE49-F238E27FC236}">
                <a16:creationId xmlns:a16="http://schemas.microsoft.com/office/drawing/2014/main" id="{CCAD1074-17D3-EACF-F513-E49F6BCE5896}"/>
              </a:ext>
            </a:extLst>
          </p:cNvPr>
          <p:cNvSpPr>
            <a:spLocks noGrp="1"/>
          </p:cNvSpPr>
          <p:nvPr>
            <p:ph type="ftr" sz="quarter" idx="11"/>
          </p:nvPr>
        </p:nvSpPr>
        <p:spPr>
          <a:xfrm>
            <a:off x="8085041" y="6498770"/>
            <a:ext cx="2805405" cy="359229"/>
          </a:xfrm>
        </p:spPr>
        <p:txBody>
          <a:bodyPr/>
          <a:lstStyle/>
          <a:p>
            <a:r>
              <a:rPr lang="en-US"/>
              <a:t>Sample Footer Text</a:t>
            </a:r>
          </a:p>
        </p:txBody>
      </p:sp>
      <p:sp>
        <p:nvSpPr>
          <p:cNvPr id="11" name="Slide Number Placeholder 5">
            <a:extLst>
              <a:ext uri="{FF2B5EF4-FFF2-40B4-BE49-F238E27FC236}">
                <a16:creationId xmlns:a16="http://schemas.microsoft.com/office/drawing/2014/main" id="{8EBB2A2C-4AD0-A1F2-B3E1-342CC3F7E9D9}"/>
              </a:ext>
            </a:extLst>
          </p:cNvPr>
          <p:cNvSpPr>
            <a:spLocks noGrp="1"/>
          </p:cNvSpPr>
          <p:nvPr>
            <p:ph type="sldNum" sz="quarter" idx="12"/>
          </p:nvPr>
        </p:nvSpPr>
        <p:spPr>
          <a:xfrm>
            <a:off x="10840682" y="6498770"/>
            <a:ext cx="429207" cy="359229"/>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916262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204234" y="829577"/>
            <a:ext cx="4192166" cy="1693992"/>
          </a:xfrm>
        </p:spPr>
        <p:txBody>
          <a:bodyPr anchor="b">
            <a:normAutofit/>
          </a:bodyPr>
          <a:lstStyle>
            <a:lvl1pPr>
              <a:defRPr sz="4000"/>
            </a:lvl1pPr>
          </a:lstStyle>
          <a:p>
            <a:r>
              <a:rPr lang="en-US"/>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p:nvPr>
        </p:nvSpPr>
        <p:spPr>
          <a:xfrm>
            <a:off x="349375" y="366631"/>
            <a:ext cx="6281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204234" y="2637762"/>
            <a:ext cx="4192166"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ate Placeholder 3">
            <a:extLst>
              <a:ext uri="{FF2B5EF4-FFF2-40B4-BE49-F238E27FC236}">
                <a16:creationId xmlns:a16="http://schemas.microsoft.com/office/drawing/2014/main" id="{31E7D18D-B238-7331-A7C2-F04E7F47793C}"/>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3" name="Footer Placeholder 4">
            <a:extLst>
              <a:ext uri="{FF2B5EF4-FFF2-40B4-BE49-F238E27FC236}">
                <a16:creationId xmlns:a16="http://schemas.microsoft.com/office/drawing/2014/main" id="{684BDBE8-3E10-FA13-9449-A3EA46117164}"/>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4" name="Slide Number Placeholder 5">
            <a:extLst>
              <a:ext uri="{FF2B5EF4-FFF2-40B4-BE49-F238E27FC236}">
                <a16:creationId xmlns:a16="http://schemas.microsoft.com/office/drawing/2014/main" id="{D3E5618F-FBE1-25BE-3EBC-6A699AAF8754}"/>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09622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8958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771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17191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9882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5811837" cy="5264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4720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03128" y="840740"/>
            <a:ext cx="3494314" cy="5223510"/>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840740"/>
            <a:ext cx="6884604" cy="52235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0414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EF6C452-604E-947A-0AE2-B0BEF7F21EB5}"/>
              </a:ext>
            </a:extLst>
          </p:cNvPr>
          <p:cNvSpPr/>
          <p:nvPr/>
        </p:nvSpPr>
        <p:spPr>
          <a:xfrm>
            <a:off x="1125028" y="874987"/>
            <a:ext cx="490187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7550A83-567F-A24D-E3C0-CE8EBAD06D18}"/>
              </a:ext>
            </a:extLst>
          </p:cNvPr>
          <p:cNvSpPr/>
          <p:nvPr/>
        </p:nvSpPr>
        <p:spPr>
          <a:xfrm>
            <a:off x="6162053" y="874987"/>
            <a:ext cx="490187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6EE06B6E-5DF9-040C-D813-282435432ACE}"/>
              </a:ext>
            </a:extLst>
          </p:cNvPr>
          <p:cNvSpPr>
            <a:spLocks noGrp="1"/>
          </p:cNvSpPr>
          <p:nvPr>
            <p:ph type="ctrTitle"/>
          </p:nvPr>
        </p:nvSpPr>
        <p:spPr>
          <a:xfrm>
            <a:off x="1474077" y="1226152"/>
            <a:ext cx="4184248" cy="4465199"/>
          </a:xfrm>
        </p:spPr>
        <p:txBody>
          <a:bodyPr anchor="b">
            <a:normAutofit/>
          </a:bodyPr>
          <a:lstStyle>
            <a:lvl1pPr algn="l">
              <a:defRPr sz="4000"/>
            </a:lvl1pPr>
          </a:lstStyle>
          <a:p>
            <a:r>
              <a:rPr lang="en-US"/>
              <a:t>Click to edit Master title style</a:t>
            </a:r>
          </a:p>
        </p:txBody>
      </p:sp>
      <p:sp>
        <p:nvSpPr>
          <p:cNvPr id="22" name="Content Placeholder 7">
            <a:extLst>
              <a:ext uri="{FF2B5EF4-FFF2-40B4-BE49-F238E27FC236}">
                <a16:creationId xmlns:a16="http://schemas.microsoft.com/office/drawing/2014/main" id="{38613CA7-3784-8161-0A2F-6AFEA3852D2A}"/>
              </a:ext>
            </a:extLst>
          </p:cNvPr>
          <p:cNvSpPr>
            <a:spLocks noGrp="1"/>
          </p:cNvSpPr>
          <p:nvPr>
            <p:ph sz="quarter" idx="13"/>
          </p:nvPr>
        </p:nvSpPr>
        <p:spPr>
          <a:xfrm>
            <a:off x="6511102" y="1226152"/>
            <a:ext cx="4187100" cy="4465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854E62BB-E63F-06C8-1E4D-D0DD69BCEE0A}"/>
              </a:ext>
            </a:extLst>
          </p:cNvPr>
          <p:cNvSpPr>
            <a:spLocks noGrp="1"/>
          </p:cNvSpPr>
          <p:nvPr>
            <p:ph type="dt" sz="half" idx="10"/>
          </p:nvPr>
        </p:nvSpPr>
        <p:spPr>
          <a:xfrm>
            <a:off x="612647" y="6498770"/>
            <a:ext cx="3494314" cy="359229"/>
          </a:xfrm>
        </p:spPr>
        <p:txBody>
          <a:bodyPr/>
          <a:lstStyle/>
          <a:p>
            <a:fld id="{080CD416-224D-4632-8302-C1A0B05C0690}" type="datetime1">
              <a:rPr lang="en-US" smtClean="0"/>
              <a:t>10/7/2025</a:t>
            </a:fld>
            <a:endParaRPr lang="en-US"/>
          </a:p>
        </p:txBody>
      </p:sp>
      <p:sp>
        <p:nvSpPr>
          <p:cNvPr id="7" name="Footer Placeholder 4">
            <a:extLst>
              <a:ext uri="{FF2B5EF4-FFF2-40B4-BE49-F238E27FC236}">
                <a16:creationId xmlns:a16="http://schemas.microsoft.com/office/drawing/2014/main" id="{7D3CA3E8-7834-A683-F512-C36DF114625A}"/>
              </a:ext>
            </a:extLst>
          </p:cNvPr>
          <p:cNvSpPr>
            <a:spLocks noGrp="1"/>
          </p:cNvSpPr>
          <p:nvPr>
            <p:ph type="ftr" sz="quarter" idx="11"/>
          </p:nvPr>
        </p:nvSpPr>
        <p:spPr>
          <a:xfrm>
            <a:off x="8085041" y="6498770"/>
            <a:ext cx="2805405" cy="359229"/>
          </a:xfrm>
        </p:spPr>
        <p:txBody>
          <a:bodyPr/>
          <a:lstStyle/>
          <a:p>
            <a:r>
              <a:rPr lang="en-US"/>
              <a:t>Sample Footer Text</a:t>
            </a:r>
          </a:p>
        </p:txBody>
      </p:sp>
      <p:sp>
        <p:nvSpPr>
          <p:cNvPr id="8" name="Slide Number Placeholder 5">
            <a:extLst>
              <a:ext uri="{FF2B5EF4-FFF2-40B4-BE49-F238E27FC236}">
                <a16:creationId xmlns:a16="http://schemas.microsoft.com/office/drawing/2014/main" id="{128609CD-1349-E1EF-8FD1-C055F29B9227}"/>
              </a:ext>
            </a:extLst>
          </p:cNvPr>
          <p:cNvSpPr>
            <a:spLocks noGrp="1"/>
          </p:cNvSpPr>
          <p:nvPr>
            <p:ph type="sldNum" sz="quarter" idx="12"/>
          </p:nvPr>
        </p:nvSpPr>
        <p:spPr>
          <a:xfrm>
            <a:off x="10840682" y="6498770"/>
            <a:ext cx="429207" cy="359229"/>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769839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a:t>Click to edit Master title style</a:t>
            </a:r>
          </a:p>
        </p:txBody>
      </p:sp>
      <p:sp>
        <p:nvSpPr>
          <p:cNvPr id="5" name="Picture Placeholder 10">
            <a:extLst>
              <a:ext uri="{FF2B5EF4-FFF2-40B4-BE49-F238E27FC236}">
                <a16:creationId xmlns:a16="http://schemas.microsoft.com/office/drawing/2014/main" id="{0A3C44E0-2181-679C-C4DE-7C0E12C689BC}"/>
              </a:ext>
            </a:extLst>
          </p:cNvPr>
          <p:cNvSpPr>
            <a:spLocks noGrp="1"/>
          </p:cNvSpPr>
          <p:nvPr>
            <p:ph type="pic" sz="quarter" idx="18"/>
          </p:nvPr>
        </p:nvSpPr>
        <p:spPr>
          <a:xfrm>
            <a:off x="345956" y="361188"/>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7" y="351064"/>
            <a:ext cx="4451839"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5664"/>
            <a:ext cx="3337584" cy="402336"/>
          </a:xfrm>
        </p:spPr>
        <p:txBody>
          <a:bodyPr/>
          <a:lstStyle/>
          <a:p>
            <a:fld id="{7E38CFF5-C5CE-48B3-B40D-6C66C1CC6368}" type="datetime1">
              <a:rPr lang="en-US" smtClean="0"/>
              <a:t>10/7/2025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0424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3">
            <a:extLst>
              <a:ext uri="{FF2B5EF4-FFF2-40B4-BE49-F238E27FC236}">
                <a16:creationId xmlns:a16="http://schemas.microsoft.com/office/drawing/2014/main" id="{52A7E0D9-1BA5-C290-01C0-9412D854A7CE}"/>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7" name="Footer Placeholder 4">
            <a:extLst>
              <a:ext uri="{FF2B5EF4-FFF2-40B4-BE49-F238E27FC236}">
                <a16:creationId xmlns:a16="http://schemas.microsoft.com/office/drawing/2014/main" id="{5DF8ECF4-AE04-DF19-C3BC-F2F3CC72B577}"/>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8" name="Slide Number Placeholder 5">
            <a:extLst>
              <a:ext uri="{FF2B5EF4-FFF2-40B4-BE49-F238E27FC236}">
                <a16:creationId xmlns:a16="http://schemas.microsoft.com/office/drawing/2014/main" id="{E00847C9-B5C0-A857-1CCE-2B6CEFDC6DB7}"/>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81008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p>
            <a:r>
              <a:rPr lang="en-US"/>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ate Placeholder 3">
            <a:extLst>
              <a:ext uri="{FF2B5EF4-FFF2-40B4-BE49-F238E27FC236}">
                <a16:creationId xmlns:a16="http://schemas.microsoft.com/office/drawing/2014/main" id="{9D0A219B-0B2E-ED64-E28B-7BC3826FDF8D}"/>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8" name="Footer Placeholder 4">
            <a:extLst>
              <a:ext uri="{FF2B5EF4-FFF2-40B4-BE49-F238E27FC236}">
                <a16:creationId xmlns:a16="http://schemas.microsoft.com/office/drawing/2014/main" id="{8DFE40E1-5539-7791-9EC1-C0DD9509EE3D}"/>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9" name="Slide Number Placeholder 5">
            <a:extLst>
              <a:ext uri="{FF2B5EF4-FFF2-40B4-BE49-F238E27FC236}">
                <a16:creationId xmlns:a16="http://schemas.microsoft.com/office/drawing/2014/main" id="{49B369AB-498B-00E7-8CC6-A9C08DBC7C91}"/>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66940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16" name="Date Placeholder 3">
            <a:extLst>
              <a:ext uri="{FF2B5EF4-FFF2-40B4-BE49-F238E27FC236}">
                <a16:creationId xmlns:a16="http://schemas.microsoft.com/office/drawing/2014/main" id="{2EB550AF-60BA-6735-2DDA-FFBD5FF18B7C}"/>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7" name="Footer Placeholder 4">
            <a:extLst>
              <a:ext uri="{FF2B5EF4-FFF2-40B4-BE49-F238E27FC236}">
                <a16:creationId xmlns:a16="http://schemas.microsoft.com/office/drawing/2014/main" id="{5FBA6FCB-6EC8-5D26-12DE-87BB0960471B}"/>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8" name="Slide Number Placeholder 5">
            <a:extLst>
              <a:ext uri="{FF2B5EF4-FFF2-40B4-BE49-F238E27FC236}">
                <a16:creationId xmlns:a16="http://schemas.microsoft.com/office/drawing/2014/main" id="{0D9D4586-9305-AF52-E112-43FE5D94C825}"/>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47826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p>
            <a:r>
              <a:rPr lang="en-US"/>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3">
            <a:extLst>
              <a:ext uri="{FF2B5EF4-FFF2-40B4-BE49-F238E27FC236}">
                <a16:creationId xmlns:a16="http://schemas.microsoft.com/office/drawing/2014/main" id="{1A90B4F9-3A1A-CDB5-1CB2-BED385A9600E}"/>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7" name="Footer Placeholder 4">
            <a:extLst>
              <a:ext uri="{FF2B5EF4-FFF2-40B4-BE49-F238E27FC236}">
                <a16:creationId xmlns:a16="http://schemas.microsoft.com/office/drawing/2014/main" id="{A8891662-9D2F-4EC4-AE03-566C9F3947CD}"/>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8" name="Slide Number Placeholder 5">
            <a:extLst>
              <a:ext uri="{FF2B5EF4-FFF2-40B4-BE49-F238E27FC236}">
                <a16:creationId xmlns:a16="http://schemas.microsoft.com/office/drawing/2014/main" id="{12B7063A-A36F-DA54-7077-3632E0BF6EE5}"/>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66341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accent3"/>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p>
            <a:r>
              <a:rPr lang="en-US"/>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3">
            <a:extLst>
              <a:ext uri="{FF2B5EF4-FFF2-40B4-BE49-F238E27FC236}">
                <a16:creationId xmlns:a16="http://schemas.microsoft.com/office/drawing/2014/main" id="{3AEF8BA8-2E40-E714-955D-062E0BBCB459}"/>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9" name="Footer Placeholder 4">
            <a:extLst>
              <a:ext uri="{FF2B5EF4-FFF2-40B4-BE49-F238E27FC236}">
                <a16:creationId xmlns:a16="http://schemas.microsoft.com/office/drawing/2014/main" id="{3A8E821C-4EC8-D755-0604-1CF0267FE096}"/>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20" name="Slide Number Placeholder 5">
            <a:extLst>
              <a:ext uri="{FF2B5EF4-FFF2-40B4-BE49-F238E27FC236}">
                <a16:creationId xmlns:a16="http://schemas.microsoft.com/office/drawing/2014/main" id="{EEE747D8-BFE4-9495-99CA-CDD56CDDA82E}"/>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36618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826408"/>
            <a:ext cx="4301413" cy="932688"/>
          </a:xfrm>
        </p:spPr>
        <p:txBody>
          <a:bodyPr anchor="b"/>
          <a:lstStyle>
            <a:lvl1pPr>
              <a:defRPr sz="3200"/>
            </a:lvl1pPr>
          </a:lstStyle>
          <a:p>
            <a:r>
              <a:rPr lang="en-US"/>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p:nvPr>
        </p:nvSpPr>
        <p:spPr>
          <a:xfrm>
            <a:off x="347038" y="361188"/>
            <a:ext cx="613562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2074889"/>
            <a:ext cx="4291584" cy="3973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615483" y="351065"/>
            <a:ext cx="523376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3">
            <a:extLst>
              <a:ext uri="{FF2B5EF4-FFF2-40B4-BE49-F238E27FC236}">
                <a16:creationId xmlns:a16="http://schemas.microsoft.com/office/drawing/2014/main" id="{40539A80-30AC-952B-3E78-12CE8F10075E}"/>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7" name="Footer Placeholder 4">
            <a:extLst>
              <a:ext uri="{FF2B5EF4-FFF2-40B4-BE49-F238E27FC236}">
                <a16:creationId xmlns:a16="http://schemas.microsoft.com/office/drawing/2014/main" id="{89B1685D-0E18-DE3D-4A15-F8A9204F6644}"/>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18" name="Slide Number Placeholder 5">
            <a:extLst>
              <a:ext uri="{FF2B5EF4-FFF2-40B4-BE49-F238E27FC236}">
                <a16:creationId xmlns:a16="http://schemas.microsoft.com/office/drawing/2014/main" id="{3927B2EF-831F-E054-7EDC-63858146B54A}"/>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61547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2467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7" y="826408"/>
            <a:ext cx="4518609" cy="932688"/>
          </a:xfrm>
        </p:spPr>
        <p:txBody>
          <a:bodyPr anchor="b"/>
          <a:lstStyle>
            <a:lvl1pPr>
              <a:defRPr sz="3200"/>
            </a:lvl1pPr>
          </a:lstStyle>
          <a:p>
            <a:r>
              <a:rPr lang="en-US"/>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508284" cy="3973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0">
            <a:extLst>
              <a:ext uri="{FF2B5EF4-FFF2-40B4-BE49-F238E27FC236}">
                <a16:creationId xmlns:a16="http://schemas.microsoft.com/office/drawing/2014/main" id="{68568F57-C775-4169-382D-FE2FEBDBAC68}"/>
              </a:ext>
            </a:extLst>
          </p:cNvPr>
          <p:cNvSpPr>
            <a:spLocks noGrp="1"/>
          </p:cNvSpPr>
          <p:nvPr>
            <p:ph type="pic" sz="quarter" idx="18"/>
          </p:nvPr>
        </p:nvSpPr>
        <p:spPr>
          <a:xfrm>
            <a:off x="5928508" y="366631"/>
            <a:ext cx="590702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45676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3">
            <a:extLst>
              <a:ext uri="{FF2B5EF4-FFF2-40B4-BE49-F238E27FC236}">
                <a16:creationId xmlns:a16="http://schemas.microsoft.com/office/drawing/2014/main" id="{5288E7B0-81D9-CCF8-EB05-EA8342A4B40F}"/>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9" name="Footer Placeholder 4">
            <a:extLst>
              <a:ext uri="{FF2B5EF4-FFF2-40B4-BE49-F238E27FC236}">
                <a16:creationId xmlns:a16="http://schemas.microsoft.com/office/drawing/2014/main" id="{ED314F02-5973-4022-032A-218872D2797C}"/>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20" name="Slide Number Placeholder 5">
            <a:extLst>
              <a:ext uri="{FF2B5EF4-FFF2-40B4-BE49-F238E27FC236}">
                <a16:creationId xmlns:a16="http://schemas.microsoft.com/office/drawing/2014/main" id="{C8E7BB9A-D434-3FEA-E3B3-0A99879BFF88}"/>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B17F243C-548D-9C48-60F5-BC8D58A018DE}"/>
              </a:ext>
            </a:extLst>
          </p:cNvPr>
          <p:cNvSpPr/>
          <p:nvPr userDrawn="1"/>
        </p:nvSpPr>
        <p:spPr>
          <a:xfrm>
            <a:off x="5914792" y="351065"/>
            <a:ext cx="593445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55302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158" y="839871"/>
            <a:ext cx="3227469" cy="1527048"/>
          </a:xfrm>
        </p:spPr>
        <p:txBody>
          <a:bodyPr anchor="b">
            <a:normAutofit/>
          </a:bodyPr>
          <a:lstStyle>
            <a:lvl1pPr>
              <a:defRPr sz="3200"/>
            </a:lvl1pPr>
          </a:lstStyle>
          <a:p>
            <a:r>
              <a:rPr lang="en-US"/>
              <a:t>Click to edit Master title style</a:t>
            </a:r>
          </a:p>
        </p:txBody>
      </p:sp>
      <p:sp>
        <p:nvSpPr>
          <p:cNvPr id="6" name="Picture Placeholder 10">
            <a:extLst>
              <a:ext uri="{FF2B5EF4-FFF2-40B4-BE49-F238E27FC236}">
                <a16:creationId xmlns:a16="http://schemas.microsoft.com/office/drawing/2014/main" id="{012F0A78-49FB-BB3A-242F-2924FAF40811}"/>
              </a:ext>
            </a:extLst>
          </p:cNvPr>
          <p:cNvSpPr>
            <a:spLocks noGrp="1"/>
          </p:cNvSpPr>
          <p:nvPr>
            <p:ph type="pic" sz="quarter" idx="18"/>
          </p:nvPr>
        </p:nvSpPr>
        <p:spPr>
          <a:xfrm>
            <a:off x="346601" y="361188"/>
            <a:ext cx="7232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158" y="2665215"/>
            <a:ext cx="3227469" cy="3377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B5387906-ECDF-E20B-CA46-CDAD7F1BB419}"/>
              </a:ext>
            </a:extLst>
          </p:cNvPr>
          <p:cNvSpPr/>
          <p:nvPr userDrawn="1"/>
        </p:nvSpPr>
        <p:spPr>
          <a:xfrm>
            <a:off x="7707386" y="351065"/>
            <a:ext cx="414186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3">
            <a:extLst>
              <a:ext uri="{FF2B5EF4-FFF2-40B4-BE49-F238E27FC236}">
                <a16:creationId xmlns:a16="http://schemas.microsoft.com/office/drawing/2014/main" id="{F2227C39-491D-6560-D78F-CB7524A636E3}"/>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19" name="Footer Placeholder 4">
            <a:extLst>
              <a:ext uri="{FF2B5EF4-FFF2-40B4-BE49-F238E27FC236}">
                <a16:creationId xmlns:a16="http://schemas.microsoft.com/office/drawing/2014/main" id="{76C4DED5-FE13-1083-CC2D-42185971EA23}"/>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20" name="Slide Number Placeholder 5">
            <a:extLst>
              <a:ext uri="{FF2B5EF4-FFF2-40B4-BE49-F238E27FC236}">
                <a16:creationId xmlns:a16="http://schemas.microsoft.com/office/drawing/2014/main" id="{8FDBA055-F524-DC9E-E4E1-4529BA173A92}"/>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351064"/>
            <a:ext cx="725119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1131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accent3"/>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7" y="839871"/>
            <a:ext cx="3374317" cy="1527048"/>
          </a:xfrm>
        </p:spPr>
        <p:txBody>
          <a:bodyPr anchor="b">
            <a:normAutofit/>
          </a:bodyPr>
          <a:lstStyle>
            <a:lvl1pPr>
              <a:defRPr sz="3200"/>
            </a:lvl1pPr>
          </a:lstStyle>
          <a:p>
            <a:r>
              <a:rPr lang="en-US"/>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430082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374317" cy="3377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0">
            <a:extLst>
              <a:ext uri="{FF2B5EF4-FFF2-40B4-BE49-F238E27FC236}">
                <a16:creationId xmlns:a16="http://schemas.microsoft.com/office/drawing/2014/main" id="{45CC9C07-AB41-F534-28F4-4DB7C7C6A85B}"/>
              </a:ext>
            </a:extLst>
          </p:cNvPr>
          <p:cNvSpPr>
            <a:spLocks noGrp="1"/>
          </p:cNvSpPr>
          <p:nvPr>
            <p:ph type="pic" sz="quarter" idx="18"/>
          </p:nvPr>
        </p:nvSpPr>
        <p:spPr>
          <a:xfrm>
            <a:off x="4777943" y="366631"/>
            <a:ext cx="705916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21" name="Date Placeholder 3">
            <a:extLst>
              <a:ext uri="{FF2B5EF4-FFF2-40B4-BE49-F238E27FC236}">
                <a16:creationId xmlns:a16="http://schemas.microsoft.com/office/drawing/2014/main" id="{71282706-6A90-AC69-EED3-14EF895714DC}"/>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22" name="Footer Placeholder 4">
            <a:extLst>
              <a:ext uri="{FF2B5EF4-FFF2-40B4-BE49-F238E27FC236}">
                <a16:creationId xmlns:a16="http://schemas.microsoft.com/office/drawing/2014/main" id="{FBB56311-28CF-D46F-611E-BE7FC528CCE1}"/>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23" name="Slide Number Placeholder 5">
            <a:extLst>
              <a:ext uri="{FF2B5EF4-FFF2-40B4-BE49-F238E27FC236}">
                <a16:creationId xmlns:a16="http://schemas.microsoft.com/office/drawing/2014/main" id="{62018A6C-F090-A3A6-828C-3B4C1F611AA0}"/>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85239BDE-DD79-5CB8-2F90-0AED70B4C2F7}"/>
              </a:ext>
            </a:extLst>
          </p:cNvPr>
          <p:cNvSpPr/>
          <p:nvPr userDrawn="1"/>
        </p:nvSpPr>
        <p:spPr>
          <a:xfrm>
            <a:off x="4765806" y="351065"/>
            <a:ext cx="708344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05424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accent2"/>
        </a:solidFill>
        <a:effectLst/>
      </p:bgPr>
    </p:b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a:t>Click icon to add picture</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Date Placeholder 3">
            <a:extLst>
              <a:ext uri="{FF2B5EF4-FFF2-40B4-BE49-F238E27FC236}">
                <a16:creationId xmlns:a16="http://schemas.microsoft.com/office/drawing/2014/main" id="{090962EE-6183-2741-3A94-C8479C8F3D6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31" name="Footer Placeholder 4">
            <a:extLst>
              <a:ext uri="{FF2B5EF4-FFF2-40B4-BE49-F238E27FC236}">
                <a16:creationId xmlns:a16="http://schemas.microsoft.com/office/drawing/2014/main" id="{94C9BBAD-E4A0-3317-216F-5858C92CB006}"/>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32" name="Slide Number Placeholder 5">
            <a:extLst>
              <a:ext uri="{FF2B5EF4-FFF2-40B4-BE49-F238E27FC236}">
                <a16:creationId xmlns:a16="http://schemas.microsoft.com/office/drawing/2014/main" id="{2195FBA7-A575-4D7C-73E3-07F6E976C7A0}"/>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97489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p:nvPr>
        </p:nvSpPr>
        <p:spPr>
          <a:xfrm>
            <a:off x="348996" y="357974"/>
            <a:ext cx="11494008" cy="4270248"/>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10/7/2025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7764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p:nvPr>
        </p:nvSpPr>
        <p:spPr>
          <a:xfrm>
            <a:off x="348996" y="358671"/>
            <a:ext cx="11494008" cy="3547872"/>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10/7/2025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84438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474077" y="1240971"/>
            <a:ext cx="3277536" cy="963033"/>
          </a:xfrm>
        </p:spPr>
        <p:txBody>
          <a:bodyPr anchor="ct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00662" y="1240971"/>
            <a:ext cx="5614213" cy="963033"/>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1">
            <a:extLst>
              <a:ext uri="{FF2B5EF4-FFF2-40B4-BE49-F238E27FC236}">
                <a16:creationId xmlns:a16="http://schemas.microsoft.com/office/drawing/2014/main" id="{4618C02D-A34B-FCF5-74D5-2AC6F33031B7}"/>
              </a:ext>
            </a:extLst>
          </p:cNvPr>
          <p:cNvSpPr>
            <a:spLocks noGrp="1"/>
          </p:cNvSpPr>
          <p:nvPr>
            <p:ph type="pic" sz="quarter" idx="15"/>
          </p:nvPr>
        </p:nvSpPr>
        <p:spPr>
          <a:xfrm>
            <a:off x="1126236" y="2719146"/>
            <a:ext cx="9921240" cy="3255264"/>
          </a:xfrm>
          <a:blipFill dpi="0" rotWithShape="1">
            <a:blip r:embed="rId2" cstate="email">
              <a:alphaModFix amt="5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4" name="Date Placeholder 4">
            <a:extLst>
              <a:ext uri="{FF2B5EF4-FFF2-40B4-BE49-F238E27FC236}">
                <a16:creationId xmlns:a16="http://schemas.microsoft.com/office/drawing/2014/main" id="{792CFC36-C3EC-5779-AB81-CC4B05A48734}"/>
              </a:ext>
            </a:extLst>
          </p:cNvPr>
          <p:cNvSpPr>
            <a:spLocks noGrp="1"/>
          </p:cNvSpPr>
          <p:nvPr>
            <p:ph type="dt" sz="half" idx="10"/>
          </p:nvPr>
        </p:nvSpPr>
        <p:spPr>
          <a:xfrm>
            <a:off x="612647" y="6498770"/>
            <a:ext cx="3494314" cy="359229"/>
          </a:xfrm>
        </p:spPr>
        <p:txBody>
          <a:bodyPr/>
          <a:lstStyle/>
          <a:p>
            <a:fld id="{838E7C52-89A1-4FAF-9408-82A97F69BEE9}" type="datetime1">
              <a:rPr lang="en-US" smtClean="0"/>
              <a:t>10/7/2025</a:t>
            </a:fld>
            <a:endParaRPr lang="en-US"/>
          </a:p>
        </p:txBody>
      </p:sp>
      <p:sp>
        <p:nvSpPr>
          <p:cNvPr id="10" name="Footer Placeholder 5">
            <a:extLst>
              <a:ext uri="{FF2B5EF4-FFF2-40B4-BE49-F238E27FC236}">
                <a16:creationId xmlns:a16="http://schemas.microsoft.com/office/drawing/2014/main" id="{1B647595-A471-5DA6-9074-5DACBEE5D8D2}"/>
              </a:ext>
            </a:extLst>
          </p:cNvPr>
          <p:cNvSpPr>
            <a:spLocks noGrp="1"/>
          </p:cNvSpPr>
          <p:nvPr>
            <p:ph type="ftr" sz="quarter" idx="11"/>
          </p:nvPr>
        </p:nvSpPr>
        <p:spPr>
          <a:xfrm>
            <a:off x="8085041" y="6498770"/>
            <a:ext cx="2805405" cy="359229"/>
          </a:xfrm>
        </p:spPr>
        <p:txBody>
          <a:bodyPr/>
          <a:lstStyle/>
          <a:p>
            <a:r>
              <a:rPr lang="en-US"/>
              <a:t>Sample Footer Text</a:t>
            </a:r>
          </a:p>
        </p:txBody>
      </p:sp>
      <p:sp>
        <p:nvSpPr>
          <p:cNvPr id="12" name="Slide Number Placeholder 6">
            <a:extLst>
              <a:ext uri="{FF2B5EF4-FFF2-40B4-BE49-F238E27FC236}">
                <a16:creationId xmlns:a16="http://schemas.microsoft.com/office/drawing/2014/main" id="{48F12117-D5D7-397C-88DD-6C7EC5A41539}"/>
              </a:ext>
            </a:extLst>
          </p:cNvPr>
          <p:cNvSpPr>
            <a:spLocks noGrp="1"/>
          </p:cNvSpPr>
          <p:nvPr>
            <p:ph type="sldNum" sz="quarter" idx="12"/>
          </p:nvPr>
        </p:nvSpPr>
        <p:spPr>
          <a:xfrm>
            <a:off x="10840682" y="6498770"/>
            <a:ext cx="429207" cy="359229"/>
          </a:xfrm>
        </p:spPr>
        <p:txBody>
          <a:bodyPr/>
          <a:lstStyle/>
          <a:p>
            <a:fld id="{CC057153-B650-4DEB-B370-79DDCFDCE934}" type="slidenum">
              <a:rPr lang="en-US" smtClean="0"/>
              <a:t>‹#›</a:t>
            </a:fld>
            <a:endParaRPr lang="en-US"/>
          </a:p>
        </p:txBody>
      </p:sp>
      <p:sp>
        <p:nvSpPr>
          <p:cNvPr id="5" name="Rectangle 4">
            <a:extLst>
              <a:ext uri="{FF2B5EF4-FFF2-40B4-BE49-F238E27FC236}">
                <a16:creationId xmlns:a16="http://schemas.microsoft.com/office/drawing/2014/main" id="{34FFC3B9-6393-BD5E-CBA3-4236EA91FEE4}"/>
              </a:ext>
            </a:extLst>
          </p:cNvPr>
          <p:cNvSpPr/>
          <p:nvPr userDrawn="1"/>
        </p:nvSpPr>
        <p:spPr>
          <a:xfrm>
            <a:off x="1121981" y="874987"/>
            <a:ext cx="9941944" cy="167771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F761AA9-46EF-A61A-5772-FE92633CC2A2}"/>
              </a:ext>
            </a:extLst>
          </p:cNvPr>
          <p:cNvSpPr/>
          <p:nvPr userDrawn="1"/>
        </p:nvSpPr>
        <p:spPr>
          <a:xfrm>
            <a:off x="1126236" y="2710002"/>
            <a:ext cx="9939528" cy="32735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32255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6391656" cy="4553712"/>
          </a:xfrm>
          <a:blipFill dpi="0" rotWithShape="1">
            <a:blip r:embed="rId2" cstate="email">
              <a:alphaModFix amt="5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58567" y="2235200"/>
            <a:ext cx="4420788" cy="39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10/7/2025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2" y="1929406"/>
            <a:ext cx="64214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95164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5175504" cy="4069080"/>
          </a:xfrm>
          <a:blipFill>
            <a:blip r:embed="rId2" cstate="email">
              <a:alphaModFix amt="5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10/7/2025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14200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cstate="email">
              <a:alphaModFix amt="5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10/7/2025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8611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817441" y="1359777"/>
            <a:ext cx="5880761" cy="1107198"/>
          </a:xfrm>
        </p:spPr>
        <p:txBody>
          <a:bodyPr anchor="t">
            <a:normAutofit/>
          </a:bodyPr>
          <a:lstStyle>
            <a:lvl1pPr algn="l">
              <a:defRPr sz="4000"/>
            </a:lvl1pPr>
          </a:lstStyle>
          <a:p>
            <a:r>
              <a:rPr lang="en-US"/>
              <a:t>Click to edit Master title style</a:t>
            </a:r>
          </a:p>
        </p:txBody>
      </p:sp>
      <p:sp>
        <p:nvSpPr>
          <p:cNvPr id="4" name="Picture Placeholder 10">
            <a:extLst>
              <a:ext uri="{FF2B5EF4-FFF2-40B4-BE49-F238E27FC236}">
                <a16:creationId xmlns:a16="http://schemas.microsoft.com/office/drawing/2014/main" id="{6C1007D4-EB2E-ECF2-5254-C510166F0A92}"/>
              </a:ext>
            </a:extLst>
          </p:cNvPr>
          <p:cNvSpPr>
            <a:spLocks noGrp="1"/>
          </p:cNvSpPr>
          <p:nvPr>
            <p:ph type="pic" sz="quarter" idx="15"/>
          </p:nvPr>
        </p:nvSpPr>
        <p:spPr>
          <a:xfrm>
            <a:off x="1152328" y="886968"/>
            <a:ext cx="3197543" cy="5084064"/>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a:t>Click icon to add picture</a:t>
            </a:r>
          </a:p>
        </p:txBody>
      </p:sp>
      <p:sp>
        <p:nvSpPr>
          <p:cNvPr id="12" name="Content Placeholder 7">
            <a:extLst>
              <a:ext uri="{FF2B5EF4-FFF2-40B4-BE49-F238E27FC236}">
                <a16:creationId xmlns:a16="http://schemas.microsoft.com/office/drawing/2014/main" id="{B6F7D1A1-060A-C0EF-7365-61C0D96F440D}"/>
              </a:ext>
            </a:extLst>
          </p:cNvPr>
          <p:cNvSpPr>
            <a:spLocks noGrp="1"/>
          </p:cNvSpPr>
          <p:nvPr>
            <p:ph sz="quarter" idx="13"/>
          </p:nvPr>
        </p:nvSpPr>
        <p:spPr>
          <a:xfrm>
            <a:off x="4817441" y="2631072"/>
            <a:ext cx="5880761" cy="306028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2A1944F5-72DB-5388-391B-5DC34BAD29A9}"/>
              </a:ext>
            </a:extLst>
          </p:cNvPr>
          <p:cNvSpPr/>
          <p:nvPr/>
        </p:nvSpPr>
        <p:spPr>
          <a:xfrm>
            <a:off x="4465346" y="874986"/>
            <a:ext cx="6584950" cy="511149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BD322761-AD97-5EDC-DC4F-22AC765F3FE3}"/>
              </a:ext>
            </a:extLst>
          </p:cNvPr>
          <p:cNvSpPr>
            <a:spLocks noGrp="1"/>
          </p:cNvSpPr>
          <p:nvPr>
            <p:ph type="dt" sz="half" idx="10"/>
          </p:nvPr>
        </p:nvSpPr>
        <p:spPr>
          <a:xfrm>
            <a:off x="612647" y="6498770"/>
            <a:ext cx="3494314" cy="359229"/>
          </a:xfrm>
        </p:spPr>
        <p:txBody>
          <a:bodyPr/>
          <a:lstStyle/>
          <a:p>
            <a:fld id="{080CD416-224D-4632-8302-C1A0B05C0690}" type="datetime1">
              <a:rPr lang="en-US" smtClean="0"/>
              <a:t>10/7/2025</a:t>
            </a:fld>
            <a:endParaRPr lang="en-US"/>
          </a:p>
        </p:txBody>
      </p:sp>
      <p:sp>
        <p:nvSpPr>
          <p:cNvPr id="8" name="Footer Placeholder 4">
            <a:extLst>
              <a:ext uri="{FF2B5EF4-FFF2-40B4-BE49-F238E27FC236}">
                <a16:creationId xmlns:a16="http://schemas.microsoft.com/office/drawing/2014/main" id="{53B1E02D-FA19-7D3D-06D7-B239D7211563}"/>
              </a:ext>
            </a:extLst>
          </p:cNvPr>
          <p:cNvSpPr>
            <a:spLocks noGrp="1"/>
          </p:cNvSpPr>
          <p:nvPr>
            <p:ph type="ftr" sz="quarter" idx="11"/>
          </p:nvPr>
        </p:nvSpPr>
        <p:spPr>
          <a:xfrm>
            <a:off x="8085041" y="6498770"/>
            <a:ext cx="2805405" cy="359229"/>
          </a:xfrm>
        </p:spPr>
        <p:txBody>
          <a:bodyPr/>
          <a:lstStyle/>
          <a:p>
            <a:r>
              <a:rPr lang="en-US"/>
              <a:t>Sample Footer Text</a:t>
            </a:r>
          </a:p>
        </p:txBody>
      </p:sp>
      <p:sp>
        <p:nvSpPr>
          <p:cNvPr id="9" name="Slide Number Placeholder 5">
            <a:extLst>
              <a:ext uri="{FF2B5EF4-FFF2-40B4-BE49-F238E27FC236}">
                <a16:creationId xmlns:a16="http://schemas.microsoft.com/office/drawing/2014/main" id="{E68603D8-B4FF-4EEF-D7E4-C16EE2147064}"/>
              </a:ext>
            </a:extLst>
          </p:cNvPr>
          <p:cNvSpPr>
            <a:spLocks noGrp="1"/>
          </p:cNvSpPr>
          <p:nvPr>
            <p:ph type="sldNum" sz="quarter" idx="12"/>
          </p:nvPr>
        </p:nvSpPr>
        <p:spPr>
          <a:xfrm>
            <a:off x="10840682" y="6498770"/>
            <a:ext cx="429207" cy="359229"/>
          </a:xfrm>
        </p:spPr>
        <p:txBody>
          <a:bodyPr/>
          <a:lstStyle/>
          <a:p>
            <a:fld id="{CC057153-B650-4DEB-B370-79DDCFDCE934}" type="slidenum">
              <a:rPr lang="en-US" smtClean="0"/>
              <a:t>‹#›</a:t>
            </a:fld>
            <a:endParaRPr lang="en-US"/>
          </a:p>
        </p:txBody>
      </p:sp>
      <p:sp>
        <p:nvSpPr>
          <p:cNvPr id="5" name="Rectangle 4">
            <a:extLst>
              <a:ext uri="{FF2B5EF4-FFF2-40B4-BE49-F238E27FC236}">
                <a16:creationId xmlns:a16="http://schemas.microsoft.com/office/drawing/2014/main" id="{92267190-6BE3-1105-A47B-925C2188D8D4}"/>
              </a:ext>
            </a:extLst>
          </p:cNvPr>
          <p:cNvSpPr/>
          <p:nvPr userDrawn="1"/>
        </p:nvSpPr>
        <p:spPr>
          <a:xfrm>
            <a:off x="114170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14739658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1C9C9AC-231F-A3D9-52AE-E521803C4945}"/>
              </a:ext>
            </a:extLst>
          </p:cNvPr>
          <p:cNvSpPr>
            <a:spLocks noGrp="1"/>
          </p:cNvSpPr>
          <p:nvPr>
            <p:ph type="title"/>
          </p:nvPr>
        </p:nvSpPr>
        <p:spPr>
          <a:xfrm>
            <a:off x="1601723" y="4669972"/>
            <a:ext cx="8988551" cy="1088572"/>
          </a:xfrm>
        </p:spPr>
        <p:txBody>
          <a:bodyPr>
            <a:normAutofit/>
          </a:bodyPr>
          <a:lstStyle>
            <a:lvl1pPr algn="l">
              <a:lnSpc>
                <a:spcPct val="110000"/>
              </a:lnSpc>
              <a:defRPr sz="1800" b="0">
                <a:solidFill>
                  <a:schemeClr val="tx1"/>
                </a:solidFill>
                <a:latin typeface="+mn-lt"/>
              </a:defRPr>
            </a:lvl1pPr>
          </a:lstStyle>
          <a:p>
            <a:r>
              <a:rPr lang="en-US"/>
              <a:t>Click to edit Master title style</a:t>
            </a:r>
          </a:p>
        </p:txBody>
      </p:sp>
      <p:sp>
        <p:nvSpPr>
          <p:cNvPr id="11" name="Content Placeholder 6">
            <a:extLst>
              <a:ext uri="{FF2B5EF4-FFF2-40B4-BE49-F238E27FC236}">
                <a16:creationId xmlns:a16="http://schemas.microsoft.com/office/drawing/2014/main" id="{55D2680C-5363-8F4B-6FB7-E51E9E05C988}"/>
              </a:ext>
            </a:extLst>
          </p:cNvPr>
          <p:cNvSpPr>
            <a:spLocks noGrp="1"/>
          </p:cNvSpPr>
          <p:nvPr>
            <p:ph sz="quarter" idx="13" hasCustomPrompt="1"/>
          </p:nvPr>
        </p:nvSpPr>
        <p:spPr>
          <a:xfrm>
            <a:off x="1601724" y="1398813"/>
            <a:ext cx="8988552" cy="3145973"/>
          </a:xfrm>
        </p:spPr>
        <p:txBody>
          <a:bodyPr anchor="b">
            <a:normAutofit/>
          </a:bodyPr>
          <a:lstStyle>
            <a:lvl1pPr marL="0" indent="0" algn="l">
              <a:lnSpc>
                <a:spcPct val="90000"/>
              </a:lnSpc>
              <a:buNone/>
              <a:defRPr sz="193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10/7/2025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CD0DE2B7-EB22-2F5C-EF67-76C44224FDB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41183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601723" y="4669972"/>
            <a:ext cx="8988551" cy="832346"/>
          </a:xfrm>
        </p:spPr>
        <p:txBody>
          <a:bodyPr>
            <a:normAutofit/>
          </a:bodyPr>
          <a:lstStyle>
            <a:lvl1pPr algn="ctr">
              <a:lnSpc>
                <a:spcPct val="110000"/>
              </a:lnSpc>
              <a:defRPr sz="1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601724" y="1398813"/>
            <a:ext cx="8988552" cy="3145973"/>
          </a:xfrm>
        </p:spPr>
        <p:txBody>
          <a:bodyPr anchor="b">
            <a:normAutofit/>
          </a:bodyPr>
          <a:lstStyle>
            <a:lvl1pPr marL="0" indent="0" algn="ctr">
              <a:lnSpc>
                <a:spcPct val="90000"/>
              </a:lnSpc>
              <a:buNone/>
              <a:defRPr sz="193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10/7/2025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AF5D0C1F-1910-D1D3-C257-A50E730FB8BC}"/>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49932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4"/>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1061213" y="4669972"/>
            <a:ext cx="10069575" cy="1088572"/>
          </a:xfrm>
        </p:spPr>
        <p:txBody>
          <a:bodyPr>
            <a:normAutofit/>
          </a:bodyPr>
          <a:lstStyle>
            <a:lvl1pPr algn="ctr">
              <a:lnSpc>
                <a:spcPct val="110000"/>
              </a:lnSpc>
              <a:defRPr sz="1800" b="0">
                <a:solidFill>
                  <a:schemeClr val="tx1"/>
                </a:solidFill>
                <a:latin typeface="+mn-lt"/>
              </a:defRPr>
            </a:lvl1pPr>
          </a:lstStyle>
          <a:p>
            <a:r>
              <a:rPr lang="en-US"/>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1061212" y="1398813"/>
            <a:ext cx="10069576" cy="3145973"/>
          </a:xfrm>
        </p:spPr>
        <p:txBody>
          <a:bodyPr anchor="b">
            <a:normAutofit/>
          </a:bodyPr>
          <a:lstStyle>
            <a:lvl1pPr marL="0" indent="0" algn="ctr">
              <a:lnSpc>
                <a:spcPct val="90000"/>
              </a:lnSpc>
              <a:buNone/>
              <a:defRPr sz="193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10/7/2025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86718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636205"/>
            <a:ext cx="9191625" cy="3585591"/>
          </a:xfrm>
        </p:spPr>
        <p:txBody>
          <a:bodyPr anchor="ctr">
            <a:no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10/7/2025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553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Statem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00188" y="1636205"/>
            <a:ext cx="9191625" cy="3585591"/>
          </a:xfrm>
        </p:spPr>
        <p:txBody>
          <a:bodyPr anchor="ctr">
            <a:no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8CC6DBA-5967-4D4F-9608-7CC4DFDA88DC}" type="datetime1">
              <a:rPr lang="en-US" smtClean="0"/>
              <a:t>10/7/2025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10" name="Rectangle 9">
            <a:extLst>
              <a:ext uri="{FF2B5EF4-FFF2-40B4-BE49-F238E27FC236}">
                <a16:creationId xmlns:a16="http://schemas.microsoft.com/office/drawing/2014/main" id="{046E25A4-0CFC-F2A6-5BDE-BEBF00F7CEA8}"/>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6222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8" y="1636205"/>
            <a:ext cx="10023579" cy="3585591"/>
          </a:xfrm>
        </p:spPr>
        <p:txBody>
          <a:bodyPr anchor="ctr">
            <a:noAutofit/>
          </a:bodyPr>
          <a:lstStyle>
            <a:lvl1pPr marL="0" indent="0" algn="l">
              <a:lnSpc>
                <a:spcPct val="100000"/>
              </a:lnSpc>
              <a:buNone/>
              <a:defRPr sz="4800" b="0">
                <a:latin typeface="+mj-lt"/>
              </a:defRPr>
            </a:lvl1pPr>
            <a:lvl2pPr marL="228600" indent="0" algn="l">
              <a:lnSpc>
                <a:spcPct val="100000"/>
              </a:lnSpc>
              <a:buNone/>
              <a:defRPr sz="4800" b="0">
                <a:latin typeface="+mj-lt"/>
              </a:defRPr>
            </a:lvl2pPr>
            <a:lvl3pPr marL="457200" indent="0" algn="l">
              <a:lnSpc>
                <a:spcPct val="100000"/>
              </a:lnSpc>
              <a:buNone/>
              <a:defRPr sz="4800" b="0">
                <a:latin typeface="+mj-lt"/>
              </a:defRPr>
            </a:lvl3pPr>
            <a:lvl4pPr marL="685800" indent="0" algn="l">
              <a:lnSpc>
                <a:spcPct val="100000"/>
              </a:lnSpc>
              <a:buNone/>
              <a:defRPr sz="4800" b="0">
                <a:latin typeface="+mj-lt"/>
              </a:defRPr>
            </a:lvl4pPr>
            <a:lvl5pPr marL="914400" indent="0" algn="l">
              <a:lnSpc>
                <a:spcPct val="100000"/>
              </a:lnSpc>
              <a:buNone/>
              <a:defRPr sz="4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10/7/2025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45750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10/7/2025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91574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10/7/2025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04454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10/7/2025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74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4"/>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4"/>
            <a:ext cx="10613572" cy="1099457"/>
          </a:xfrm>
        </p:spPr>
        <p:txBody>
          <a:bodyPr/>
          <a:lstStyle>
            <a:lvl1pPr>
              <a:defRPr/>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794655" y="2217961"/>
            <a:ext cx="4873048" cy="4096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524299" y="2217961"/>
            <a:ext cx="4883928" cy="4096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10/7/2025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431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1099457"/>
          </a:xfrm>
        </p:spPr>
        <p:txBody>
          <a:bodyPr/>
          <a:lstStyle>
            <a:lvl1pPr>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22064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25040" y="2908301"/>
            <a:ext cx="5183188" cy="3107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794656" y="2908301"/>
            <a:ext cx="5157788" cy="3107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25040" y="22064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10/7/2025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85602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10/7/2025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0336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10/7/2025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0421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10/7/2025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67877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p:nvPr>
        </p:nvSpPr>
        <p:spPr>
          <a:xfrm>
            <a:off x="5027693" y="351064"/>
            <a:ext cx="6826850" cy="6155870"/>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solidFill>
              <a:schemeClr val="tx1"/>
            </a:solidFill>
            <a:miter lim="800000"/>
          </a:ln>
        </p:spPr>
        <p:txBody>
          <a:body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10/7/2025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41909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8338" y="734785"/>
            <a:ext cx="10860767" cy="1899558"/>
          </a:xfrm>
        </p:spPr>
        <p:txBody>
          <a:bodyPr anchor="ctr">
            <a:no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6445" y="3461659"/>
            <a:ext cx="10862663" cy="2743200"/>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0E0F0EB-E3CD-4DFD-ADFD-CB1276891D7A}"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Rectangle 10">
            <a:extLst>
              <a:ext uri="{FF2B5EF4-FFF2-40B4-BE49-F238E27FC236}">
                <a16:creationId xmlns:a16="http://schemas.microsoft.com/office/drawing/2014/main" id="{4DA73EF4-B3A4-C91B-C926-DFEBF369D4CD}"/>
              </a:ext>
            </a:extLst>
          </p:cNvPr>
          <p:cNvSpPr/>
          <p:nvPr/>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F976A88-3D90-1E33-A9D8-DAACF1FA80C1}"/>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23652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8234"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8362"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80CD416-224D-4632-8302-C1A0B05C0690}"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C57FA380-B447-5FA8-345F-B2F822AE0F9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7925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3">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ED31C6D-C872-21AF-E894-7909C9E98840}"/>
              </a:ext>
            </a:extLst>
          </p:cNvPr>
          <p:cNvSpPr>
            <a:spLocks noGrp="1"/>
          </p:cNvSpPr>
          <p:nvPr>
            <p:ph type="title"/>
          </p:nvPr>
        </p:nvSpPr>
        <p:spPr>
          <a:xfrm>
            <a:off x="795528" y="842464"/>
            <a:ext cx="7204455" cy="1099457"/>
          </a:xfrm>
        </p:spPr>
        <p:txBody>
          <a:bodyPr/>
          <a:lstStyle>
            <a:lvl1pPr>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95528" y="2034949"/>
            <a:ext cx="7204455" cy="416991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9BD70567-A2BD-F33E-3F80-9A1889D51AF5}"/>
              </a:ext>
            </a:extLst>
          </p:cNvPr>
          <p:cNvSpPr>
            <a:spLocks noGrp="1"/>
          </p:cNvSpPr>
          <p:nvPr>
            <p:ph type="pic" sz="quarter" idx="14"/>
          </p:nvPr>
        </p:nvSpPr>
        <p:spPr>
          <a:xfrm>
            <a:off x="8616581" y="361188"/>
            <a:ext cx="3227832" cy="6135624"/>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a:t>Click icon to add picture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0E0F0EB-E3CD-4DFD-ADFD-CB1276891D7A}" type="datetime1">
              <a:rPr lang="en-US" smtClean="0"/>
              <a:t>10/7/2025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9" name="Rectangle 8">
            <a:extLst>
              <a:ext uri="{FF2B5EF4-FFF2-40B4-BE49-F238E27FC236}">
                <a16:creationId xmlns:a16="http://schemas.microsoft.com/office/drawing/2014/main" id="{944B8A01-CD47-ECD4-67B2-C013AFFE6B8B}"/>
              </a:ext>
            </a:extLst>
          </p:cNvPr>
          <p:cNvSpPr/>
          <p:nvPr userDrawn="1"/>
        </p:nvSpPr>
        <p:spPr>
          <a:xfrm>
            <a:off x="337456" y="351065"/>
            <a:ext cx="81260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CC5E1A5-04A2-D0FF-CA5F-0F7CB3B65A78}"/>
              </a:ext>
            </a:extLst>
          </p:cNvPr>
          <p:cNvSpPr/>
          <p:nvPr userDrawn="1"/>
        </p:nvSpPr>
        <p:spPr>
          <a:xfrm>
            <a:off x="8606452" y="351065"/>
            <a:ext cx="3248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63141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3F91F02-9B15-4992-ADC4-07645383DEB4}" type="datetime1">
              <a:rPr lang="en-US" smtClean="0"/>
              <a:t>10/7/2025</a:t>
            </a:fld>
            <a:endParaRPr lang="en-US"/>
          </a:p>
        </p:txBody>
      </p:sp>
      <p:sp>
        <p:nvSpPr>
          <p:cNvPr id="5" name="Footer Placeholder 4"/>
          <p:cNvSpPr>
            <a:spLocks noGrp="1"/>
          </p:cNvSpPr>
          <p:nvPr>
            <p:ph type="ftr" sz="quarter" idx="11"/>
          </p:nvPr>
        </p:nvSpPr>
        <p:spPr/>
        <p:txBody>
          <a:bodyPr/>
          <a:lstStyle/>
          <a:p>
            <a:r>
              <a:rPr lang="en-US"/>
              <a:t>&lt;&lt;Project Title&gt;&gt; , MCA Sem 3 Domain Project</a:t>
            </a:r>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8166080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95EEEE3-58C2-4EBD-99E3-412234CF27F9}" type="datetime1">
              <a:rPr lang="en-US" smtClean="0"/>
              <a:t>10/7/2025</a:t>
            </a:fld>
            <a:endParaRPr lang="en-US"/>
          </a:p>
        </p:txBody>
      </p:sp>
      <p:sp>
        <p:nvSpPr>
          <p:cNvPr id="5" name="Footer Placeholder 4"/>
          <p:cNvSpPr>
            <a:spLocks noGrp="1"/>
          </p:cNvSpPr>
          <p:nvPr>
            <p:ph type="ftr" sz="quarter" idx="11"/>
          </p:nvPr>
        </p:nvSpPr>
        <p:spPr/>
        <p:txBody>
          <a:bodyPr/>
          <a:lstStyle/>
          <a:p>
            <a:r>
              <a:rPr lang="en-US"/>
              <a:t>&lt;&lt;Project Title&gt;&gt; , MCA Sem 3 Domain Project</a:t>
            </a:r>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pic>
        <p:nvPicPr>
          <p:cNvPr id="3" name="Picture 2">
            <a:extLst>
              <a:ext uri="{FF2B5EF4-FFF2-40B4-BE49-F238E27FC236}">
                <a16:creationId xmlns:a16="http://schemas.microsoft.com/office/drawing/2014/main" id="{674A4D30-4ADF-5D41-BCD5-28A2554B1E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7" name="Picture 6">
            <a:extLst>
              <a:ext uri="{FF2B5EF4-FFF2-40B4-BE49-F238E27FC236}">
                <a16:creationId xmlns:a16="http://schemas.microsoft.com/office/drawing/2014/main" id="{674A4D30-4ADF-5D41-BCD5-28A2554B1E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Tree>
    <p:extLst>
      <p:ext uri="{BB962C8B-B14F-4D97-AF65-F5344CB8AC3E}">
        <p14:creationId xmlns:p14="http://schemas.microsoft.com/office/powerpoint/2010/main" val="36463126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C5E2EF-7F8A-4AC5-8684-6ED0E82B739F}" type="datetime1">
              <a:rPr lang="en-US" smtClean="0"/>
              <a:t>10/7/2025</a:t>
            </a:fld>
            <a:endParaRPr lang="en-US"/>
          </a:p>
        </p:txBody>
      </p:sp>
      <p:sp>
        <p:nvSpPr>
          <p:cNvPr id="5" name="Footer Placeholder 4"/>
          <p:cNvSpPr>
            <a:spLocks noGrp="1"/>
          </p:cNvSpPr>
          <p:nvPr>
            <p:ph type="ftr" sz="quarter" idx="11"/>
          </p:nvPr>
        </p:nvSpPr>
        <p:spPr/>
        <p:txBody>
          <a:bodyPr/>
          <a:lstStyle/>
          <a:p>
            <a:r>
              <a:rPr lang="en-US"/>
              <a:t>&lt;&lt;Project Title&gt;&gt; , MCA Sem 3 Domain Project</a:t>
            </a:r>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142917507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A14D76-4093-4A1F-BE66-05E86E92772D}" type="datetime1">
              <a:rPr lang="en-US" smtClean="0"/>
              <a:t>10/7/2025</a:t>
            </a:fld>
            <a:endParaRPr lang="en-US"/>
          </a:p>
        </p:txBody>
      </p:sp>
      <p:sp>
        <p:nvSpPr>
          <p:cNvPr id="6" name="Footer Placeholder 5"/>
          <p:cNvSpPr>
            <a:spLocks noGrp="1"/>
          </p:cNvSpPr>
          <p:nvPr>
            <p:ph type="ftr" sz="quarter" idx="11"/>
          </p:nvPr>
        </p:nvSpPr>
        <p:spPr/>
        <p:txBody>
          <a:bodyPr/>
          <a:lstStyle/>
          <a:p>
            <a:r>
              <a:rPr lang="en-US"/>
              <a:t>&lt;&lt;Project Title&gt;&gt; , MCA Sem 3 Domain Project</a:t>
            </a:r>
          </a:p>
        </p:txBody>
      </p:sp>
      <p:sp>
        <p:nvSpPr>
          <p:cNvPr id="7" name="Slide Number Placeholder 6"/>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5584327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38286FC-A5EE-47DD-8EAE-04970B22F367}" type="datetime1">
              <a:rPr lang="en-US" smtClean="0"/>
              <a:t>10/7/2025</a:t>
            </a:fld>
            <a:endParaRPr lang="en-US"/>
          </a:p>
        </p:txBody>
      </p:sp>
      <p:sp>
        <p:nvSpPr>
          <p:cNvPr id="8" name="Footer Placeholder 7"/>
          <p:cNvSpPr>
            <a:spLocks noGrp="1"/>
          </p:cNvSpPr>
          <p:nvPr>
            <p:ph type="ftr" sz="quarter" idx="11"/>
          </p:nvPr>
        </p:nvSpPr>
        <p:spPr/>
        <p:txBody>
          <a:bodyPr/>
          <a:lstStyle/>
          <a:p>
            <a:r>
              <a:rPr lang="en-US"/>
              <a:t>&lt;&lt;Project Title&gt;&gt; , MCA Sem 3 Domain Project</a:t>
            </a:r>
          </a:p>
        </p:txBody>
      </p:sp>
      <p:sp>
        <p:nvSpPr>
          <p:cNvPr id="9" name="Slide Number Placeholder 8"/>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309189360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271E58-A206-4CD9-A4A2-0B58E299C964}" type="datetime1">
              <a:rPr lang="en-US" smtClean="0"/>
              <a:t>10/7/2025</a:t>
            </a:fld>
            <a:endParaRPr lang="en-US"/>
          </a:p>
        </p:txBody>
      </p:sp>
      <p:sp>
        <p:nvSpPr>
          <p:cNvPr id="4" name="Footer Placeholder 3"/>
          <p:cNvSpPr>
            <a:spLocks noGrp="1"/>
          </p:cNvSpPr>
          <p:nvPr>
            <p:ph type="ftr" sz="quarter" idx="11"/>
          </p:nvPr>
        </p:nvSpPr>
        <p:spPr/>
        <p:txBody>
          <a:bodyPr/>
          <a:lstStyle/>
          <a:p>
            <a:r>
              <a:rPr lang="en-US"/>
              <a:t>&lt;&lt;Project Title&gt;&gt; , MCA Sem 3 Domain Project</a:t>
            </a:r>
          </a:p>
        </p:txBody>
      </p:sp>
      <p:sp>
        <p:nvSpPr>
          <p:cNvPr id="5" name="Slide Number Placeholder 4"/>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413020535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9E800B-12BE-4D97-90FF-FC8F98F54760}" type="datetime1">
              <a:rPr lang="en-US" smtClean="0"/>
              <a:t>10/7/2025</a:t>
            </a:fld>
            <a:endParaRPr lang="en-US"/>
          </a:p>
        </p:txBody>
      </p:sp>
      <p:sp>
        <p:nvSpPr>
          <p:cNvPr id="3" name="Footer Placeholder 2"/>
          <p:cNvSpPr>
            <a:spLocks noGrp="1"/>
          </p:cNvSpPr>
          <p:nvPr>
            <p:ph type="ftr" sz="quarter" idx="11"/>
          </p:nvPr>
        </p:nvSpPr>
        <p:spPr/>
        <p:txBody>
          <a:bodyPr/>
          <a:lstStyle/>
          <a:p>
            <a:r>
              <a:rPr lang="en-US"/>
              <a:t>&lt;&lt;Project Title&gt;&gt; , MCA Sem 3 Domain Project</a:t>
            </a:r>
          </a:p>
        </p:txBody>
      </p:sp>
      <p:sp>
        <p:nvSpPr>
          <p:cNvPr id="4" name="Slide Number Placeholder 3"/>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224281263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B6A4AC-5274-467A-9647-C3D477B13B3D}" type="datetime1">
              <a:rPr lang="en-US" smtClean="0"/>
              <a:t>10/7/2025</a:t>
            </a:fld>
            <a:endParaRPr lang="en-US"/>
          </a:p>
        </p:txBody>
      </p:sp>
      <p:sp>
        <p:nvSpPr>
          <p:cNvPr id="6" name="Footer Placeholder 5"/>
          <p:cNvSpPr>
            <a:spLocks noGrp="1"/>
          </p:cNvSpPr>
          <p:nvPr>
            <p:ph type="ftr" sz="quarter" idx="11"/>
          </p:nvPr>
        </p:nvSpPr>
        <p:spPr/>
        <p:txBody>
          <a:bodyPr/>
          <a:lstStyle/>
          <a:p>
            <a:r>
              <a:rPr lang="en-US"/>
              <a:t>&lt;&lt;Project Title&gt;&gt; , MCA Sem 3 Domain Project</a:t>
            </a:r>
          </a:p>
        </p:txBody>
      </p:sp>
      <p:sp>
        <p:nvSpPr>
          <p:cNvPr id="7" name="Slide Number Placeholder 6"/>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26209643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1408B55-4958-4AD6-84E1-8FCEAA0D1494}" type="datetime1">
              <a:rPr lang="en-US" smtClean="0"/>
              <a:t>10/7/2025</a:t>
            </a:fld>
            <a:endParaRPr lang="en-US"/>
          </a:p>
        </p:txBody>
      </p:sp>
      <p:sp>
        <p:nvSpPr>
          <p:cNvPr id="6" name="Footer Placeholder 5"/>
          <p:cNvSpPr>
            <a:spLocks noGrp="1"/>
          </p:cNvSpPr>
          <p:nvPr>
            <p:ph type="ftr" sz="quarter" idx="11"/>
          </p:nvPr>
        </p:nvSpPr>
        <p:spPr/>
        <p:txBody>
          <a:bodyPr/>
          <a:lstStyle/>
          <a:p>
            <a:r>
              <a:rPr lang="en-US"/>
              <a:t>&lt;&lt;Project Title&gt;&gt; , MCA Sem 3 Domain Project</a:t>
            </a:r>
          </a:p>
        </p:txBody>
      </p:sp>
      <p:sp>
        <p:nvSpPr>
          <p:cNvPr id="7" name="Slide Number Placeholder 6"/>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17155823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230C30-634A-484E-92FF-7FD74E907B04}" type="datetime1">
              <a:rPr lang="en-US" smtClean="0"/>
              <a:t>10/7/2025</a:t>
            </a:fld>
            <a:endParaRPr lang="en-US"/>
          </a:p>
        </p:txBody>
      </p:sp>
      <p:sp>
        <p:nvSpPr>
          <p:cNvPr id="5" name="Footer Placeholder 4"/>
          <p:cNvSpPr>
            <a:spLocks noGrp="1"/>
          </p:cNvSpPr>
          <p:nvPr>
            <p:ph type="ftr" sz="quarter" idx="11"/>
          </p:nvPr>
        </p:nvSpPr>
        <p:spPr/>
        <p:txBody>
          <a:bodyPr/>
          <a:lstStyle/>
          <a:p>
            <a:r>
              <a:rPr lang="en-US"/>
              <a:t>&lt;&lt;Project Title&gt;&gt; , MCA Sem 3 Domain Project</a:t>
            </a:r>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317757443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pic>
        <p:nvPicPr>
          <p:cNvPr id="7" name="Picture 6" descr="A picture containing graphical user interface&#10;&#10;Description automatically generated">
            <a:extLst>
              <a:ext uri="{FF2B5EF4-FFF2-40B4-BE49-F238E27FC236}">
                <a16:creationId xmlns:a16="http://schemas.microsoft.com/office/drawing/2014/main" id="{7C8447E8-B706-2A4D-9735-3FF24778C0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Footer Placeholder 4"/>
          <p:cNvSpPr>
            <a:spLocks noGrp="1"/>
          </p:cNvSpPr>
          <p:nvPr>
            <p:ph type="ftr" sz="quarter" idx="11"/>
          </p:nvPr>
        </p:nvSpPr>
        <p:spPr/>
        <p:txBody>
          <a:bodyPr/>
          <a:lstStyle/>
          <a:p>
            <a:r>
              <a:rPr lang="en-US"/>
              <a:t>&lt;&lt;Project Title&gt;&gt; , MCA Sem 3 Domain Project</a:t>
            </a:r>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sp>
        <p:nvSpPr>
          <p:cNvPr id="2" name="TextBox 1"/>
          <p:cNvSpPr txBox="1"/>
          <p:nvPr/>
        </p:nvSpPr>
        <p:spPr>
          <a:xfrm>
            <a:off x="4664364" y="4221018"/>
            <a:ext cx="3574472" cy="1505527"/>
          </a:xfrm>
          <a:prstGeom prst="rect">
            <a:avLst/>
          </a:prstGeom>
          <a:solidFill>
            <a:schemeClr val="bg1"/>
          </a:solidFill>
        </p:spPr>
        <p:txBody>
          <a:bodyPr wrap="square" rtlCol="0">
            <a:spAutoFit/>
          </a:bodyPr>
          <a:lstStyle/>
          <a:p>
            <a:endParaRPr lang="en-IN"/>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1384" y="3472873"/>
            <a:ext cx="2189852" cy="2189852"/>
          </a:xfrm>
          <a:prstGeom prst="rect">
            <a:avLst/>
          </a:prstGeom>
        </p:spPr>
      </p:pic>
      <p:pic>
        <p:nvPicPr>
          <p:cNvPr id="8" name="Picture 7" descr="A picture containing graphical user interface&#10;&#10;Description automatically generated">
            <a:extLst>
              <a:ext uri="{FF2B5EF4-FFF2-40B4-BE49-F238E27FC236}">
                <a16:creationId xmlns:a16="http://schemas.microsoft.com/office/drawing/2014/main" id="{7C8447E8-B706-2A4D-9735-3FF24778C0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Box 8"/>
          <p:cNvSpPr txBox="1"/>
          <p:nvPr userDrawn="1"/>
        </p:nvSpPr>
        <p:spPr>
          <a:xfrm>
            <a:off x="4664364" y="4221018"/>
            <a:ext cx="3574472" cy="1505527"/>
          </a:xfrm>
          <a:prstGeom prst="rect">
            <a:avLst/>
          </a:prstGeom>
          <a:solidFill>
            <a:schemeClr val="bg1"/>
          </a:solidFill>
        </p:spPr>
        <p:txBody>
          <a:bodyPr wrap="square" rtlCol="0">
            <a:spAutoFit/>
          </a:bodyPr>
          <a:lstStyle/>
          <a:p>
            <a:endParaRPr lang="en-IN"/>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31384" y="3472873"/>
            <a:ext cx="2189852" cy="2189852"/>
          </a:xfrm>
          <a:prstGeom prst="rect">
            <a:avLst/>
          </a:prstGeom>
        </p:spPr>
      </p:pic>
    </p:spTree>
    <p:extLst>
      <p:ext uri="{BB962C8B-B14F-4D97-AF65-F5344CB8AC3E}">
        <p14:creationId xmlns:p14="http://schemas.microsoft.com/office/powerpoint/2010/main" val="39226012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0D391B-6911-4A8A-98AC-B780F148D3A7}" type="datetime1">
              <a:rPr lang="en-US" smtClean="0"/>
              <a:t>10/7/2025</a:t>
            </a:fld>
            <a:endParaRPr lang="en-US"/>
          </a:p>
        </p:txBody>
      </p:sp>
      <p:sp>
        <p:nvSpPr>
          <p:cNvPr id="5" name="Footer Placeholder 4"/>
          <p:cNvSpPr>
            <a:spLocks noGrp="1"/>
          </p:cNvSpPr>
          <p:nvPr>
            <p:ph type="ftr" sz="quarter" idx="11"/>
          </p:nvPr>
        </p:nvSpPr>
        <p:spPr/>
        <p:txBody>
          <a:bodyPr/>
          <a:lstStyle/>
          <a:p>
            <a:r>
              <a:rPr lang="en-US"/>
              <a:t>&lt;&lt;Project Title&gt;&gt; , MCA Sem 3 Domain Project</a:t>
            </a:r>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pic>
        <p:nvPicPr>
          <p:cNvPr id="3" name="Picture 2">
            <a:extLst>
              <a:ext uri="{FF2B5EF4-FFF2-40B4-BE49-F238E27FC236}">
                <a16:creationId xmlns:a16="http://schemas.microsoft.com/office/drawing/2014/main" id="{674A4D30-4ADF-5D41-BCD5-28A2554B1E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Tree>
    <p:extLst>
      <p:ext uri="{BB962C8B-B14F-4D97-AF65-F5344CB8AC3E}">
        <p14:creationId xmlns:p14="http://schemas.microsoft.com/office/powerpoint/2010/main" val="20897339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903E35-ABEC-49C5-A356-92A332E5D1BE}" type="datetime1">
              <a:rPr lang="en-US" smtClean="0"/>
              <a:t>10/7/2025</a:t>
            </a:fld>
            <a:endParaRPr lang="en-US"/>
          </a:p>
        </p:txBody>
      </p:sp>
      <p:sp>
        <p:nvSpPr>
          <p:cNvPr id="5" name="Footer Placeholder 4"/>
          <p:cNvSpPr>
            <a:spLocks noGrp="1"/>
          </p:cNvSpPr>
          <p:nvPr>
            <p:ph type="ftr" sz="quarter" idx="11"/>
          </p:nvPr>
        </p:nvSpPr>
        <p:spPr/>
        <p:txBody>
          <a:bodyPr/>
          <a:lstStyle/>
          <a:p>
            <a:r>
              <a:rPr lang="en-US"/>
              <a:t>&lt;&lt;Project Title&gt;&gt; , MCA Sem 3 Domain Project</a:t>
            </a:r>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398413514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pic>
        <p:nvPicPr>
          <p:cNvPr id="7" name="Picture 6" descr="A picture containing graphical user interface&#10;&#10;Description automatically generated">
            <a:extLst>
              <a:ext uri="{FF2B5EF4-FFF2-40B4-BE49-F238E27FC236}">
                <a16:creationId xmlns:a16="http://schemas.microsoft.com/office/drawing/2014/main" id="{7C8447E8-B706-2A4D-9735-3FF24778C0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Footer Placeholder 4"/>
          <p:cNvSpPr>
            <a:spLocks noGrp="1"/>
          </p:cNvSpPr>
          <p:nvPr>
            <p:ph type="ftr" sz="quarter" idx="11"/>
          </p:nvPr>
        </p:nvSpPr>
        <p:spPr/>
        <p:txBody>
          <a:bodyPr/>
          <a:lstStyle/>
          <a:p>
            <a:r>
              <a:rPr lang="en-US"/>
              <a:t>&lt;&lt;Project Title&gt;&gt; , MCA Sem 3 Domain Project</a:t>
            </a:r>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sp>
        <p:nvSpPr>
          <p:cNvPr id="2" name="TextBox 1"/>
          <p:cNvSpPr txBox="1"/>
          <p:nvPr userDrawn="1"/>
        </p:nvSpPr>
        <p:spPr>
          <a:xfrm>
            <a:off x="4664364" y="4221018"/>
            <a:ext cx="3574472" cy="1505527"/>
          </a:xfrm>
          <a:prstGeom prst="rect">
            <a:avLst/>
          </a:prstGeom>
          <a:solidFill>
            <a:schemeClr val="bg1"/>
          </a:solidFill>
        </p:spPr>
        <p:txBody>
          <a:bodyPr wrap="square" rtlCol="0">
            <a:spAutoFit/>
          </a:bodyPr>
          <a:lstStyle/>
          <a:p>
            <a:endParaRPr lang="en-IN"/>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31384" y="3472873"/>
            <a:ext cx="2189852" cy="2189852"/>
          </a:xfrm>
          <a:prstGeom prst="rect">
            <a:avLst/>
          </a:prstGeom>
        </p:spPr>
      </p:pic>
    </p:spTree>
    <p:extLst>
      <p:ext uri="{BB962C8B-B14F-4D97-AF65-F5344CB8AC3E}">
        <p14:creationId xmlns:p14="http://schemas.microsoft.com/office/powerpoint/2010/main" val="57478299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28C9BA-BDAC-4241-9288-FA0043CD2DE0}" type="datetime1">
              <a:rPr lang="en-US" smtClean="0"/>
              <a:t>10/7/2025</a:t>
            </a:fld>
            <a:endParaRPr lang="en-US"/>
          </a:p>
        </p:txBody>
      </p:sp>
      <p:sp>
        <p:nvSpPr>
          <p:cNvPr id="3" name="Footer Placeholder 2"/>
          <p:cNvSpPr>
            <a:spLocks noGrp="1"/>
          </p:cNvSpPr>
          <p:nvPr>
            <p:ph type="ftr" sz="quarter" idx="11"/>
          </p:nvPr>
        </p:nvSpPr>
        <p:spPr/>
        <p:txBody>
          <a:bodyPr/>
          <a:lstStyle/>
          <a:p>
            <a:r>
              <a:rPr lang="en-US"/>
              <a:t>&lt;&lt;Project Title&gt;&gt; , MCA Sem 3 Domain Project</a:t>
            </a:r>
          </a:p>
        </p:txBody>
      </p:sp>
      <p:sp>
        <p:nvSpPr>
          <p:cNvPr id="4" name="Slide Number Placeholder 3"/>
          <p:cNvSpPr>
            <a:spLocks noGrp="1"/>
          </p:cNvSpPr>
          <p:nvPr>
            <p:ph type="sldNum" sz="quarter" idx="12"/>
          </p:nvPr>
        </p:nvSpPr>
        <p:spPr/>
        <p:txBody>
          <a:bodyPr/>
          <a:lstStyle/>
          <a:p>
            <a:fld id="{EB1023CF-B329-E444-9BAC-9F50F1C2498A}" type="slidenum">
              <a:rPr lang="en-US" smtClean="0"/>
              <a:pPr/>
              <a:t>‹#›</a:t>
            </a:fld>
            <a:endParaRPr lang="en-US"/>
          </a:p>
        </p:txBody>
      </p:sp>
      <p:sp>
        <p:nvSpPr>
          <p:cNvPr id="5" name="Title Placeholder 1">
            <a:extLst>
              <a:ext uri="{FF2B5EF4-FFF2-40B4-BE49-F238E27FC236}">
                <a16:creationId xmlns:a16="http://schemas.microsoft.com/office/drawing/2014/main" id="{7E9BCB5A-9765-46B3-8024-522FDFBD4395}"/>
              </a:ext>
            </a:extLst>
          </p:cNvPr>
          <p:cNvSpPr>
            <a:spLocks noGrp="1"/>
          </p:cNvSpPr>
          <p:nvPr>
            <p:ph type="title"/>
          </p:nvPr>
        </p:nvSpPr>
        <p:spPr>
          <a:xfrm>
            <a:off x="762000" y="427039"/>
            <a:ext cx="10972800" cy="1143000"/>
          </a:xfrm>
          <a:prstGeom prst="rect">
            <a:avLst/>
          </a:prstGeom>
        </p:spPr>
        <p:txBody>
          <a:bodyPr vert="horz" lIns="91438" tIns="45719" rIns="91438" bIns="45719" rtlCol="0" anchor="ctr">
            <a:normAutofit/>
          </a:bodyPr>
          <a:lstStyle/>
          <a:p>
            <a:r>
              <a:rPr lang="en-US"/>
              <a:t>Click to edit Master title style</a:t>
            </a:r>
          </a:p>
        </p:txBody>
      </p:sp>
      <p:sp>
        <p:nvSpPr>
          <p:cNvPr id="6" name="Text Placeholder 2">
            <a:extLst>
              <a:ext uri="{FF2B5EF4-FFF2-40B4-BE49-F238E27FC236}">
                <a16:creationId xmlns:a16="http://schemas.microsoft.com/office/drawing/2014/main" id="{ABC7395B-BA29-4C79-BEEB-EE53CCFC2685}"/>
              </a:ext>
            </a:extLst>
          </p:cNvPr>
          <p:cNvSpPr>
            <a:spLocks noGrp="1"/>
          </p:cNvSpPr>
          <p:nvPr>
            <p:ph idx="1" hasCustomPrompt="1"/>
          </p:nvPr>
        </p:nvSpPr>
        <p:spPr>
          <a:xfrm>
            <a:off x="762000" y="1752601"/>
            <a:ext cx="10972800" cy="4525963"/>
          </a:xfrm>
          <a:prstGeom prst="rect">
            <a:avLst/>
          </a:prstGeom>
        </p:spPr>
        <p:txBody>
          <a:bodyPr vert="horz" lIns="91438" tIns="45719" rIns="91438" bIns="45719" rtlCol="0">
            <a:normAutofit/>
          </a:bodyPr>
          <a:lstStyle>
            <a:lvl1pPr>
              <a:defRPr/>
            </a:lvl1pPr>
          </a:lstStyle>
          <a:p>
            <a:pPr lvl="0"/>
            <a:r>
              <a:rPr lang="en-US"/>
              <a:t>Text</a:t>
            </a:r>
          </a:p>
        </p:txBody>
      </p:sp>
      <p:sp>
        <p:nvSpPr>
          <p:cNvPr id="8" name="Slide Number Placeholder 5">
            <a:extLst>
              <a:ext uri="{FF2B5EF4-FFF2-40B4-BE49-F238E27FC236}">
                <a16:creationId xmlns:a16="http://schemas.microsoft.com/office/drawing/2014/main" id="{6A950C3E-4668-4901-9878-0DF46FD8E602}"/>
              </a:ext>
            </a:extLst>
          </p:cNvPr>
          <p:cNvSpPr txBox="1">
            <a:spLocks/>
          </p:cNvSpPr>
          <p:nvPr userDrawn="1"/>
        </p:nvSpPr>
        <p:spPr>
          <a:xfrm>
            <a:off x="8890000" y="6508752"/>
            <a:ext cx="2844800" cy="365125"/>
          </a:xfrm>
          <a:prstGeom prst="rect">
            <a:avLst/>
          </a:prstGeom>
        </p:spPr>
        <p:txBody>
          <a:bodyPr vert="horz" lIns="91438" tIns="45719" rIns="91438" bIns="45719" rtlCol="0" anchor="ctr"/>
          <a:lstStyle>
            <a:defPPr>
              <a:defRPr lang="en-US"/>
            </a:defPPr>
            <a:lvl1pPr marL="0" algn="r" defTabSz="457189" rtl="0" eaLnBrk="1" latinLnBrk="0" hangingPunct="1">
              <a:defRPr sz="1200" kern="1200">
                <a:solidFill>
                  <a:schemeClr val="tx1">
                    <a:tint val="75000"/>
                  </a:schemeClr>
                </a:solidFill>
                <a:latin typeface="+mn-lt"/>
                <a:ea typeface="+mn-ea"/>
                <a:cs typeface="+mn-cs"/>
              </a:defRPr>
            </a:lvl1pPr>
            <a:lvl2pPr marL="457189" algn="l" defTabSz="457189" rtl="0" eaLnBrk="1" latinLnBrk="0" hangingPunct="1">
              <a:defRPr sz="1900" kern="1200">
                <a:solidFill>
                  <a:schemeClr val="tx1"/>
                </a:solidFill>
                <a:latin typeface="+mn-lt"/>
                <a:ea typeface="+mn-ea"/>
                <a:cs typeface="+mn-cs"/>
              </a:defRPr>
            </a:lvl2pPr>
            <a:lvl3pPr marL="914377" algn="l" defTabSz="457189" rtl="0" eaLnBrk="1" latinLnBrk="0" hangingPunct="1">
              <a:defRPr sz="1900" kern="1200">
                <a:solidFill>
                  <a:schemeClr val="tx1"/>
                </a:solidFill>
                <a:latin typeface="+mn-lt"/>
                <a:ea typeface="+mn-ea"/>
                <a:cs typeface="+mn-cs"/>
              </a:defRPr>
            </a:lvl3pPr>
            <a:lvl4pPr marL="1371566" algn="l" defTabSz="457189" rtl="0" eaLnBrk="1" latinLnBrk="0" hangingPunct="1">
              <a:defRPr sz="1900" kern="1200">
                <a:solidFill>
                  <a:schemeClr val="tx1"/>
                </a:solidFill>
                <a:latin typeface="+mn-lt"/>
                <a:ea typeface="+mn-ea"/>
                <a:cs typeface="+mn-cs"/>
              </a:defRPr>
            </a:lvl4pPr>
            <a:lvl5pPr marL="1828754" algn="l" defTabSz="457189" rtl="0" eaLnBrk="1" latinLnBrk="0" hangingPunct="1">
              <a:defRPr sz="1900" kern="1200">
                <a:solidFill>
                  <a:schemeClr val="tx1"/>
                </a:solidFill>
                <a:latin typeface="+mn-lt"/>
                <a:ea typeface="+mn-ea"/>
                <a:cs typeface="+mn-cs"/>
              </a:defRPr>
            </a:lvl5pPr>
            <a:lvl6pPr marL="2285943" algn="l" defTabSz="457189" rtl="0" eaLnBrk="1" latinLnBrk="0" hangingPunct="1">
              <a:defRPr sz="1900" kern="1200">
                <a:solidFill>
                  <a:schemeClr val="tx1"/>
                </a:solidFill>
                <a:latin typeface="+mn-lt"/>
                <a:ea typeface="+mn-ea"/>
                <a:cs typeface="+mn-cs"/>
              </a:defRPr>
            </a:lvl6pPr>
            <a:lvl7pPr marL="2743131" algn="l" defTabSz="457189" rtl="0" eaLnBrk="1" latinLnBrk="0" hangingPunct="1">
              <a:defRPr sz="1900" kern="1200">
                <a:solidFill>
                  <a:schemeClr val="tx1"/>
                </a:solidFill>
                <a:latin typeface="+mn-lt"/>
                <a:ea typeface="+mn-ea"/>
                <a:cs typeface="+mn-cs"/>
              </a:defRPr>
            </a:lvl7pPr>
            <a:lvl8pPr marL="3200320" algn="l" defTabSz="457189" rtl="0" eaLnBrk="1" latinLnBrk="0" hangingPunct="1">
              <a:defRPr sz="1900" kern="1200">
                <a:solidFill>
                  <a:schemeClr val="tx1"/>
                </a:solidFill>
                <a:latin typeface="+mn-lt"/>
                <a:ea typeface="+mn-ea"/>
                <a:cs typeface="+mn-cs"/>
              </a:defRPr>
            </a:lvl8pPr>
            <a:lvl9pPr marL="3657509" algn="l" defTabSz="457189" rtl="0" eaLnBrk="1" latinLnBrk="0" hangingPunct="1">
              <a:defRPr sz="1900" kern="1200">
                <a:solidFill>
                  <a:schemeClr val="tx1"/>
                </a:solidFill>
                <a:latin typeface="+mn-lt"/>
                <a:ea typeface="+mn-ea"/>
                <a:cs typeface="+mn-cs"/>
              </a:defRPr>
            </a:lvl9pPr>
          </a:lstStyle>
          <a:p>
            <a:fld id="{EB1023CF-B329-E444-9BAC-9F50F1C2498A}" type="slidenum">
              <a:rPr lang="en-US" smtClean="0"/>
              <a:pPr/>
              <a:t>‹#›</a:t>
            </a:fld>
            <a:endParaRPr lang="en-US"/>
          </a:p>
        </p:txBody>
      </p:sp>
    </p:spTree>
    <p:extLst>
      <p:ext uri="{BB962C8B-B14F-4D97-AF65-F5344CB8AC3E}">
        <p14:creationId xmlns:p14="http://schemas.microsoft.com/office/powerpoint/2010/main" val="21570916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18" Type="http://schemas.openxmlformats.org/officeDocument/2006/relationships/image" Target="../media/image20.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image" Target="../media/image19.jpeg"/><Relationship Id="rId2" Type="http://schemas.openxmlformats.org/officeDocument/2006/relationships/slideLayout" Target="../slideLayouts/slideLayout57.xml"/><Relationship Id="rId16" Type="http://schemas.openxmlformats.org/officeDocument/2006/relationships/theme" Target="../theme/theme2.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10/7/2025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83" r:id="rId5"/>
    <p:sldLayoutId id="2147483830" r:id="rId6"/>
    <p:sldLayoutId id="2147483831" r:id="rId7"/>
    <p:sldLayoutId id="2147483832" r:id="rId8"/>
    <p:sldLayoutId id="2147483833" r:id="rId9"/>
    <p:sldLayoutId id="2147483834" r:id="rId10"/>
    <p:sldLayoutId id="2147483835" r:id="rId11"/>
    <p:sldLayoutId id="2147483878" r:id="rId12"/>
    <p:sldLayoutId id="2147483836" r:id="rId13"/>
    <p:sldLayoutId id="2147483837" r:id="rId14"/>
    <p:sldLayoutId id="2147483838" r:id="rId15"/>
    <p:sldLayoutId id="2147483839" r:id="rId16"/>
    <p:sldLayoutId id="2147483840" r:id="rId17"/>
    <p:sldLayoutId id="2147483841" r:id="rId18"/>
    <p:sldLayoutId id="2147483880" r:id="rId19"/>
    <p:sldLayoutId id="2147483842" r:id="rId20"/>
    <p:sldLayoutId id="2147483843" r:id="rId21"/>
    <p:sldLayoutId id="2147483844" r:id="rId22"/>
    <p:sldLayoutId id="2147483845" r:id="rId23"/>
    <p:sldLayoutId id="2147483846" r:id="rId24"/>
    <p:sldLayoutId id="2147483847" r:id="rId25"/>
    <p:sldLayoutId id="2147483848" r:id="rId26"/>
    <p:sldLayoutId id="2147483849" r:id="rId27"/>
    <p:sldLayoutId id="2147483850" r:id="rId28"/>
    <p:sldLayoutId id="2147483851" r:id="rId29"/>
    <p:sldLayoutId id="2147483852" r:id="rId30"/>
    <p:sldLayoutId id="2147483881" r:id="rId31"/>
    <p:sldLayoutId id="2147483882" r:id="rId32"/>
    <p:sldLayoutId id="2147483855" r:id="rId33"/>
    <p:sldLayoutId id="2147483856" r:id="rId34"/>
    <p:sldLayoutId id="2147483857" r:id="rId35"/>
    <p:sldLayoutId id="2147483884" r:id="rId36"/>
    <p:sldLayoutId id="2147483879" r:id="rId37"/>
    <p:sldLayoutId id="2147483859" r:id="rId38"/>
    <p:sldLayoutId id="2147483860"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69" r:id="rId48"/>
    <p:sldLayoutId id="2147483870" r:id="rId49"/>
    <p:sldLayoutId id="2147483871" r:id="rId50"/>
    <p:sldLayoutId id="2147483872" r:id="rId51"/>
    <p:sldLayoutId id="2147483873" r:id="rId52"/>
    <p:sldLayoutId id="2147483874" r:id="rId53"/>
    <p:sldLayoutId id="2147483876" r:id="rId54"/>
    <p:sldLayoutId id="2147483875" r:id="rId55"/>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sz="1200" kern="120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sz="1100" kern="120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BC8347-4141-4D2E-A817-B6160AA15F6B}" type="datetime1">
              <a:rPr lang="en-US" smtClean="0"/>
              <a:t>10/7/2025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&lt;&lt;Project Title&gt;&gt; , MCA Sem 3 Domain Project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D4833-7F21-4FAC-B550-3477125D4C9F}" type="slidenum">
              <a:rPr lang="en-US" smtClean="0"/>
              <a:t>‹#›</a:t>
            </a:fld>
            <a:endParaRPr lang="en-US"/>
          </a:p>
        </p:txBody>
      </p:sp>
      <p:pic>
        <p:nvPicPr>
          <p:cNvPr id="9" name="Picture 8">
            <a:extLst>
              <a:ext uri="{FF2B5EF4-FFF2-40B4-BE49-F238E27FC236}">
                <a16:creationId xmlns:a16="http://schemas.microsoft.com/office/drawing/2014/main" id="{FF696784-B928-D14D-B6EE-C5C2D7FEE6DB}"/>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7" name="TextBox 6"/>
          <p:cNvSpPr txBox="1"/>
          <p:nvPr/>
        </p:nvSpPr>
        <p:spPr>
          <a:xfrm>
            <a:off x="10252364" y="0"/>
            <a:ext cx="1403927" cy="683491"/>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IN"/>
          </a:p>
        </p:txBody>
      </p:sp>
      <p:pic>
        <p:nvPicPr>
          <p:cNvPr id="8" name="Picture 7"/>
          <p:cNvPicPr>
            <a:picLocks noChangeAspect="1"/>
          </p:cNvPicPr>
          <p:nvPr/>
        </p:nvPicPr>
        <p:blipFill rotWithShape="1">
          <a:blip r:embed="rId18" cstate="print">
            <a:extLst>
              <a:ext uri="{28A0092B-C50C-407E-A947-70E740481C1C}">
                <a14:useLocalDpi xmlns:a14="http://schemas.microsoft.com/office/drawing/2010/main" val="0"/>
              </a:ext>
            </a:extLst>
          </a:blip>
          <a:srcRect t="29419" b="29899"/>
          <a:stretch/>
        </p:blipFill>
        <p:spPr>
          <a:xfrm>
            <a:off x="10340188" y="41852"/>
            <a:ext cx="1228277" cy="499683"/>
          </a:xfrm>
          <a:prstGeom prst="rect">
            <a:avLst/>
          </a:prstGeom>
        </p:spPr>
      </p:pic>
      <p:pic>
        <p:nvPicPr>
          <p:cNvPr id="10" name="Picture 9">
            <a:extLst>
              <a:ext uri="{FF2B5EF4-FFF2-40B4-BE49-F238E27FC236}">
                <a16:creationId xmlns:a16="http://schemas.microsoft.com/office/drawing/2014/main" id="{FF696784-B928-D14D-B6EE-C5C2D7FEE6DB}"/>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11" name="TextBox 10"/>
          <p:cNvSpPr txBox="1"/>
          <p:nvPr userDrawn="1"/>
        </p:nvSpPr>
        <p:spPr>
          <a:xfrm>
            <a:off x="10252364" y="0"/>
            <a:ext cx="1403927" cy="683491"/>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IN"/>
          </a:p>
        </p:txBody>
      </p:sp>
      <p:pic>
        <p:nvPicPr>
          <p:cNvPr id="12" name="Picture 11"/>
          <p:cNvPicPr>
            <a:picLocks noChangeAspect="1"/>
          </p:cNvPicPr>
          <p:nvPr userDrawn="1"/>
        </p:nvPicPr>
        <p:blipFill rotWithShape="1">
          <a:blip r:embed="rId18" cstate="print">
            <a:extLst>
              <a:ext uri="{28A0092B-C50C-407E-A947-70E740481C1C}">
                <a14:useLocalDpi xmlns:a14="http://schemas.microsoft.com/office/drawing/2010/main" val="0"/>
              </a:ext>
            </a:extLst>
          </a:blip>
          <a:srcRect t="29419" b="29899"/>
          <a:stretch/>
        </p:blipFill>
        <p:spPr>
          <a:xfrm>
            <a:off x="10340188" y="41852"/>
            <a:ext cx="1228277" cy="499683"/>
          </a:xfrm>
          <a:prstGeom prst="rect">
            <a:avLst/>
          </a:prstGeom>
        </p:spPr>
      </p:pic>
    </p:spTree>
    <p:extLst>
      <p:ext uri="{BB962C8B-B14F-4D97-AF65-F5344CB8AC3E}">
        <p14:creationId xmlns:p14="http://schemas.microsoft.com/office/powerpoint/2010/main" val="72247676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50" r:id="rId12"/>
    <p:sldLayoutId id="2147483651" r:id="rId13"/>
    <p:sldLayoutId id="2147483659" r:id="rId14"/>
    <p:sldLayoutId id="2147483662" r:id="rId1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2.xml"/><Relationship Id="rId4" Type="http://schemas.openxmlformats.org/officeDocument/2006/relationships/image" Target="../media/image2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with medium confidence">
            <a:extLst>
              <a:ext uri="{FF2B5EF4-FFF2-40B4-BE49-F238E27FC236}">
                <a16:creationId xmlns:a16="http://schemas.microsoft.com/office/drawing/2014/main" id="{6A00F079-AC04-9D4D-B224-E8CB59AB5A5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8287" y="4363095"/>
            <a:ext cx="11795426" cy="1863969"/>
          </a:xfrm>
          <a:prstGeom prst="rect">
            <a:avLst/>
          </a:prstGeom>
        </p:spPr>
      </p:pic>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04829" y="126108"/>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4"/>
          <a:stretch>
            <a:fillRect/>
          </a:stretch>
        </p:blipFill>
        <p:spPr>
          <a:xfrm>
            <a:off x="2678430" y="1712758"/>
            <a:ext cx="6835140" cy="2936138"/>
          </a:xfrm>
          <a:prstGeom prst="rect">
            <a:avLst/>
          </a:prstGeom>
        </p:spPr>
      </p:pic>
      <p:sp>
        <p:nvSpPr>
          <p:cNvPr id="2" name="Footer Placeholder 1"/>
          <p:cNvSpPr>
            <a:spLocks noGrp="1"/>
          </p:cNvSpPr>
          <p:nvPr>
            <p:ph type="ftr" sz="quarter" idx="11"/>
          </p:nvPr>
        </p:nvSpPr>
        <p:spPr/>
        <p:txBody>
          <a:bodyPr/>
          <a:lstStyle/>
          <a:p>
            <a:r>
              <a:rPr lang="en-US"/>
              <a:t>GRADIENT DESCENT , MCA Sem 1</a:t>
            </a:r>
          </a:p>
        </p:txBody>
      </p:sp>
    </p:spTree>
    <p:extLst>
      <p:ext uri="{BB962C8B-B14F-4D97-AF65-F5344CB8AC3E}">
        <p14:creationId xmlns:p14="http://schemas.microsoft.com/office/powerpoint/2010/main" val="628273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8108" y="358287"/>
            <a:ext cx="11530357" cy="1483483"/>
          </a:xfrm>
          <a:prstGeom prst="rect">
            <a:avLst/>
          </a:prstGeom>
          <a:noFill/>
        </p:spPr>
        <p:txBody>
          <a:bodyPr wrap="square" lIns="91440" tIns="45720" rIns="91440" bIns="45720" rtlCol="0" anchor="t">
            <a:spAutoFit/>
          </a:bodyPr>
          <a:lstStyle/>
          <a:p>
            <a:r>
              <a:rPr lang="en-US" sz="4000" b="1">
                <a:solidFill>
                  <a:srgbClr val="FCC429"/>
                </a:solidFill>
              </a:rPr>
              <a:t>Seminar Presentation</a:t>
            </a:r>
          </a:p>
          <a:p>
            <a:endParaRPr lang="en-IN"/>
          </a:p>
          <a:p>
            <a:pPr>
              <a:lnSpc>
                <a:spcPct val="90000"/>
              </a:lnSpc>
              <a:spcBef>
                <a:spcPct val="0"/>
              </a:spcBef>
            </a:pPr>
            <a:r>
              <a:rPr lang="en-IN" sz="3600" b="1">
                <a:solidFill>
                  <a:srgbClr val="002060"/>
                </a:solidFill>
                <a:latin typeface="Arial"/>
                <a:ea typeface="+mj-ea"/>
                <a:cs typeface="Arial"/>
              </a:rPr>
              <a:t>GRADIENT DESCENT</a:t>
            </a:r>
            <a:endParaRPr lang="en-IN" sz="3600" b="1">
              <a:solidFill>
                <a:srgbClr val="002060"/>
              </a:solidFill>
              <a:latin typeface="Arial" panose="020B0604020202020204" pitchFamily="34" charset="0"/>
              <a:ea typeface="+mj-ea"/>
              <a:cs typeface="Arial" panose="020B0604020202020204" pitchFamily="34" charset="0"/>
            </a:endParaRPr>
          </a:p>
        </p:txBody>
      </p:sp>
      <p:sp>
        <p:nvSpPr>
          <p:cNvPr id="4" name="TextBox 3"/>
          <p:cNvSpPr txBox="1"/>
          <p:nvPr/>
        </p:nvSpPr>
        <p:spPr>
          <a:xfrm>
            <a:off x="378108" y="2010249"/>
            <a:ext cx="7587208" cy="4867372"/>
          </a:xfrm>
          <a:prstGeom prst="rect">
            <a:avLst/>
          </a:prstGeom>
          <a:noFill/>
        </p:spPr>
        <p:txBody>
          <a:bodyPr wrap="square" lIns="91440" tIns="45720" rIns="91440" bIns="45720" rtlCol="0" anchor="t">
            <a:spAutoFit/>
          </a:bodyPr>
          <a:lstStyle/>
          <a:p>
            <a:r>
              <a:rPr lang="en-US" sz="2400" b="1" u="sng">
                <a:solidFill>
                  <a:srgbClr val="FECC05"/>
                </a:solidFill>
              </a:rPr>
              <a:t>Presented By:     </a:t>
            </a:r>
          </a:p>
          <a:p>
            <a:r>
              <a:rPr lang="en-US" sz="2400" b="1">
                <a:solidFill>
                  <a:srgbClr val="0070C0"/>
                </a:solidFill>
              </a:rPr>
              <a:t>AAKASH YADAV , SAPID : 590020652</a:t>
            </a:r>
            <a:endParaRPr lang="en-US" sz="2400" b="1">
              <a:solidFill>
                <a:srgbClr val="0070C0"/>
              </a:solidFill>
              <a:ea typeface="Calibri"/>
              <a:cs typeface="Calibri"/>
            </a:endParaRPr>
          </a:p>
          <a:p>
            <a:r>
              <a:rPr lang="en-US" sz="2400" b="1">
                <a:solidFill>
                  <a:srgbClr val="0070C0"/>
                </a:solidFill>
                <a:ea typeface="Calibri"/>
                <a:cs typeface="Calibri"/>
              </a:rPr>
              <a:t>SHIVANSH GUPTA, SAPID : 590020656</a:t>
            </a:r>
            <a:endParaRPr lang="en-US">
              <a:solidFill>
                <a:srgbClr val="000000"/>
              </a:solidFill>
              <a:ea typeface="Calibri"/>
              <a:cs typeface="Calibri"/>
            </a:endParaRPr>
          </a:p>
          <a:p>
            <a:r>
              <a:rPr lang="en-US" sz="2400" b="1">
                <a:solidFill>
                  <a:srgbClr val="0070C0"/>
                </a:solidFill>
                <a:ea typeface="Calibri"/>
                <a:cs typeface="Calibri"/>
              </a:rPr>
              <a:t>BHAWANI SINGH, SAPID : 590020666</a:t>
            </a:r>
            <a:endParaRPr lang="en-US">
              <a:ea typeface="Calibri" panose="020F0502020204030204"/>
              <a:cs typeface="Calibri" panose="020F0502020204030204"/>
            </a:endParaRPr>
          </a:p>
          <a:p>
            <a:r>
              <a:rPr lang="en-US" sz="2400" b="1">
                <a:solidFill>
                  <a:srgbClr val="0070C0"/>
                </a:solidFill>
                <a:ea typeface="Calibri"/>
                <a:cs typeface="Calibri"/>
              </a:rPr>
              <a:t>GARV BHARGAVA , SAPID : 590020664</a:t>
            </a:r>
            <a:endParaRPr lang="en-US"/>
          </a:p>
          <a:p>
            <a:endParaRPr lang="en-US" sz="2400" b="1">
              <a:solidFill>
                <a:srgbClr val="0070C0"/>
              </a:solidFill>
              <a:ea typeface="Calibri"/>
              <a:cs typeface="Calibri"/>
            </a:endParaRPr>
          </a:p>
          <a:p>
            <a:endParaRPr lang="en-US" sz="2000" b="1">
              <a:solidFill>
                <a:srgbClr val="557CC4"/>
              </a:solidFill>
            </a:endParaRPr>
          </a:p>
          <a:p>
            <a:r>
              <a:rPr lang="en-US" sz="2400" b="1" u="sng">
                <a:solidFill>
                  <a:srgbClr val="FECC05"/>
                </a:solidFill>
              </a:rPr>
              <a:t>Mentor :</a:t>
            </a:r>
            <a:r>
              <a:rPr lang="en-US" sz="2400" b="1">
                <a:solidFill>
                  <a:srgbClr val="FECC05"/>
                </a:solidFill>
              </a:rPr>
              <a:t>         </a:t>
            </a:r>
          </a:p>
          <a:p>
            <a:r>
              <a:rPr lang="en-US" sz="2400" b="1">
                <a:solidFill>
                  <a:srgbClr val="0070C0"/>
                </a:solidFill>
              </a:rPr>
              <a:t>Prof. J. DHIVIYA ROSE </a:t>
            </a:r>
            <a:endParaRPr lang="en-US" sz="2400" b="1">
              <a:solidFill>
                <a:srgbClr val="0070C0"/>
              </a:solidFill>
              <a:ea typeface="Calibri"/>
              <a:cs typeface="Calibri"/>
            </a:endParaRPr>
          </a:p>
          <a:p>
            <a:r>
              <a:rPr lang="en-US" sz="2000" b="1">
                <a:solidFill>
                  <a:srgbClr val="557CC4"/>
                </a:solidFill>
              </a:rPr>
              <a:t>School of Computer Science | UPES</a:t>
            </a:r>
          </a:p>
          <a:p>
            <a:endParaRPr lang="en-US" sz="2000" b="1">
              <a:solidFill>
                <a:srgbClr val="557CC4"/>
              </a:solidFill>
            </a:endParaRPr>
          </a:p>
          <a:p>
            <a:endParaRPr lang="en-US" sz="2400" b="1">
              <a:solidFill>
                <a:srgbClr val="557CC4"/>
              </a:solidFill>
            </a:endParaRPr>
          </a:p>
          <a:p>
            <a:endParaRPr lang="en-US" sz="3600" b="1">
              <a:solidFill>
                <a:srgbClr val="557CC4"/>
              </a:solidFill>
            </a:endParaRPr>
          </a:p>
        </p:txBody>
      </p:sp>
      <p:sp>
        <p:nvSpPr>
          <p:cNvPr id="6" name="Footer Placeholder 5"/>
          <p:cNvSpPr>
            <a:spLocks noGrp="1"/>
          </p:cNvSpPr>
          <p:nvPr>
            <p:ph type="ftr" sz="quarter" idx="11"/>
          </p:nvPr>
        </p:nvSpPr>
        <p:spPr/>
        <p:txBody>
          <a:bodyPr/>
          <a:lstStyle/>
          <a:p>
            <a:r>
              <a:rPr lang="en-US"/>
              <a:t>GRADIENT DESCENT , MCA Sem 1</a:t>
            </a:r>
          </a:p>
        </p:txBody>
      </p:sp>
    </p:spTree>
    <p:extLst>
      <p:ext uri="{BB962C8B-B14F-4D97-AF65-F5344CB8AC3E}">
        <p14:creationId xmlns:p14="http://schemas.microsoft.com/office/powerpoint/2010/main" val="1610051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ctrTitle"/>
          </p:nvPr>
        </p:nvSpPr>
        <p:spPr>
          <a:xfrm>
            <a:off x="1474076" y="1359777"/>
            <a:ext cx="5880761" cy="3212224"/>
          </a:xfrm>
        </p:spPr>
        <p:txBody>
          <a:bodyPr/>
          <a:lstStyle/>
          <a:p>
            <a:r>
              <a:rPr lang="en-US" sz="8000"/>
              <a:t>GRADIENT </a:t>
            </a:r>
            <a:br>
              <a:rPr lang="en-US" sz="8000"/>
            </a:br>
            <a:r>
              <a:rPr lang="en-US" sz="8000"/>
              <a:t>DESCENT</a:t>
            </a:r>
          </a:p>
        </p:txBody>
      </p:sp>
      <p:sp>
        <p:nvSpPr>
          <p:cNvPr id="3" name="Subtitle 2">
            <a:extLst>
              <a:ext uri="{FF2B5EF4-FFF2-40B4-BE49-F238E27FC236}">
                <a16:creationId xmlns:a16="http://schemas.microsoft.com/office/drawing/2014/main" id="{363CF5F8-0028-8636-5006-5D5C52B32774}"/>
              </a:ext>
            </a:extLst>
          </p:cNvPr>
          <p:cNvSpPr>
            <a:spLocks noGrp="1"/>
          </p:cNvSpPr>
          <p:nvPr>
            <p:ph type="subTitle" idx="1"/>
          </p:nvPr>
        </p:nvSpPr>
        <p:spPr>
          <a:xfrm>
            <a:off x="1474076" y="4731335"/>
            <a:ext cx="5880761" cy="960017"/>
          </a:xfrm>
        </p:spPr>
        <p:txBody>
          <a:bodyPr>
            <a:normAutofit/>
          </a:bodyPr>
          <a:lstStyle/>
          <a:p>
            <a:r>
              <a:rPr lang="en-US" sz="2800"/>
              <a:t>A brief overview</a:t>
            </a:r>
          </a:p>
        </p:txBody>
      </p:sp>
      <p:pic>
        <p:nvPicPr>
          <p:cNvPr id="13" name="Picture Placeholder 12" descr="A person running in a building">
            <a:extLst>
              <a:ext uri="{FF2B5EF4-FFF2-40B4-BE49-F238E27FC236}">
                <a16:creationId xmlns:a16="http://schemas.microsoft.com/office/drawing/2014/main" id="{49BEBD13-32F2-84CA-9B52-F167E72A1B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prstGeom prst="rect">
            <a:avLst/>
          </a:prstGeom>
        </p:spPr>
      </p:pic>
      <p:pic>
        <p:nvPicPr>
          <p:cNvPr id="4" name="Picture 3" descr="A graph with a red and blue line&#10;&#10;AI-generated content may be incorrect.">
            <a:extLst>
              <a:ext uri="{FF2B5EF4-FFF2-40B4-BE49-F238E27FC236}">
                <a16:creationId xmlns:a16="http://schemas.microsoft.com/office/drawing/2014/main" id="{A3415EF4-31B0-EC13-71FE-7827F238B15A}"/>
              </a:ext>
            </a:extLst>
          </p:cNvPr>
          <p:cNvPicPr>
            <a:picLocks noChangeAspect="1"/>
          </p:cNvPicPr>
          <p:nvPr/>
        </p:nvPicPr>
        <p:blipFill>
          <a:blip r:embed="rId4"/>
          <a:stretch>
            <a:fillRect/>
          </a:stretch>
        </p:blipFill>
        <p:spPr>
          <a:xfrm>
            <a:off x="7857253" y="888862"/>
            <a:ext cx="4238025" cy="5083313"/>
          </a:xfrm>
          <a:prstGeom prst="rect">
            <a:avLst/>
          </a:prstGeom>
        </p:spPr>
      </p:pic>
    </p:spTree>
    <p:extLst>
      <p:ext uri="{BB962C8B-B14F-4D97-AF65-F5344CB8AC3E}">
        <p14:creationId xmlns:p14="http://schemas.microsoft.com/office/powerpoint/2010/main" val="1773831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D9FB-B08B-6550-BEBF-B430741924E7}"/>
              </a:ext>
            </a:extLst>
          </p:cNvPr>
          <p:cNvSpPr>
            <a:spLocks noGrp="1"/>
          </p:cNvSpPr>
          <p:nvPr>
            <p:ph type="ctrTitle"/>
          </p:nvPr>
        </p:nvSpPr>
        <p:spPr>
          <a:xfrm>
            <a:off x="1474076" y="1166648"/>
            <a:ext cx="5880761" cy="4524704"/>
          </a:xfrm>
        </p:spPr>
        <p:txBody>
          <a:bodyPr>
            <a:normAutofit/>
          </a:bodyPr>
          <a:lstStyle/>
          <a:p>
            <a:r>
              <a:rPr lang="en-US" sz="6600"/>
              <a:t>Agenda</a:t>
            </a:r>
          </a:p>
        </p:txBody>
      </p:sp>
      <p:sp>
        <p:nvSpPr>
          <p:cNvPr id="3" name="Content Placeholder 2">
            <a:extLst>
              <a:ext uri="{FF2B5EF4-FFF2-40B4-BE49-F238E27FC236}">
                <a16:creationId xmlns:a16="http://schemas.microsoft.com/office/drawing/2014/main" id="{79BC7904-BA22-561E-1DE0-8E716FCEA69E}"/>
              </a:ext>
            </a:extLst>
          </p:cNvPr>
          <p:cNvSpPr>
            <a:spLocks noGrp="1"/>
          </p:cNvSpPr>
          <p:nvPr>
            <p:ph type="subTitle" idx="1"/>
          </p:nvPr>
        </p:nvSpPr>
        <p:spPr>
          <a:xfrm>
            <a:off x="8195881" y="1170041"/>
            <a:ext cx="2520697" cy="4521309"/>
          </a:xfrm>
        </p:spPr>
        <p:txBody>
          <a:bodyPr>
            <a:normAutofit lnSpcReduction="10000"/>
          </a:bodyPr>
          <a:lstStyle/>
          <a:p>
            <a:r>
              <a:rPr lang="en-US"/>
              <a:t>What is gradient descent?</a:t>
            </a:r>
          </a:p>
          <a:p>
            <a:r>
              <a:rPr lang="en-US"/>
              <a:t>How Gradient descent works?</a:t>
            </a:r>
          </a:p>
          <a:p>
            <a:r>
              <a:rPr lang="en-US"/>
              <a:t>Types of Gradient descent</a:t>
            </a:r>
          </a:p>
          <a:p>
            <a:r>
              <a:rPr lang="en-US"/>
              <a:t>Comparison of types of GD</a:t>
            </a:r>
          </a:p>
          <a:p>
            <a:r>
              <a:rPr lang="en-US"/>
              <a:t>Terminology related to GD</a:t>
            </a:r>
          </a:p>
          <a:p>
            <a:endParaRPr lang="en-US"/>
          </a:p>
        </p:txBody>
      </p:sp>
      <p:pic>
        <p:nvPicPr>
          <p:cNvPr id="5" name="Picture 4" descr="Complete Overview of Gradient Descent and its Classification">
            <a:extLst>
              <a:ext uri="{FF2B5EF4-FFF2-40B4-BE49-F238E27FC236}">
                <a16:creationId xmlns:a16="http://schemas.microsoft.com/office/drawing/2014/main" id="{CD38594A-B710-E7FF-FFEC-0C024A48DC09}"/>
              </a:ext>
            </a:extLst>
          </p:cNvPr>
          <p:cNvPicPr>
            <a:picLocks noChangeAspect="1"/>
          </p:cNvPicPr>
          <p:nvPr/>
        </p:nvPicPr>
        <p:blipFill>
          <a:blip r:embed="rId2"/>
          <a:stretch>
            <a:fillRect/>
          </a:stretch>
        </p:blipFill>
        <p:spPr>
          <a:xfrm>
            <a:off x="1477617" y="1166605"/>
            <a:ext cx="5890591" cy="3354180"/>
          </a:xfrm>
          <a:prstGeom prst="rect">
            <a:avLst/>
          </a:prstGeom>
        </p:spPr>
      </p:pic>
    </p:spTree>
    <p:extLst>
      <p:ext uri="{BB962C8B-B14F-4D97-AF65-F5344CB8AC3E}">
        <p14:creationId xmlns:p14="http://schemas.microsoft.com/office/powerpoint/2010/main" val="1545177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BF44-9A40-04B4-AEDF-320AC88FB7F8}"/>
              </a:ext>
            </a:extLst>
          </p:cNvPr>
          <p:cNvSpPr>
            <a:spLocks noGrp="1"/>
          </p:cNvSpPr>
          <p:nvPr>
            <p:ph type="title"/>
          </p:nvPr>
        </p:nvSpPr>
        <p:spPr/>
        <p:txBody>
          <a:bodyPr/>
          <a:lstStyle/>
          <a:p>
            <a:r>
              <a:rPr lang="en-US"/>
              <a:t>What is Gradient Descent?</a:t>
            </a:r>
          </a:p>
        </p:txBody>
      </p:sp>
      <p:sp>
        <p:nvSpPr>
          <p:cNvPr id="3" name="Content Placeholder 2">
            <a:extLst>
              <a:ext uri="{FF2B5EF4-FFF2-40B4-BE49-F238E27FC236}">
                <a16:creationId xmlns:a16="http://schemas.microsoft.com/office/drawing/2014/main" id="{263C916C-6666-76E6-3EE7-B18326633B9B}"/>
              </a:ext>
            </a:extLst>
          </p:cNvPr>
          <p:cNvSpPr>
            <a:spLocks noGrp="1"/>
          </p:cNvSpPr>
          <p:nvPr>
            <p:ph idx="1"/>
          </p:nvPr>
        </p:nvSpPr>
        <p:spPr>
          <a:xfrm>
            <a:off x="794657" y="2090057"/>
            <a:ext cx="3343918" cy="3967843"/>
          </a:xfrm>
        </p:spPr>
        <p:txBody>
          <a:bodyPr vert="horz" lIns="91440" tIns="45720" rIns="91440" bIns="45720" rtlCol="0" anchor="t">
            <a:normAutofit fontScale="92500" lnSpcReduction="10000"/>
          </a:bodyPr>
          <a:lstStyle/>
          <a:p>
            <a:r>
              <a:rPr lang="en-US" sz="2400"/>
              <a:t>Optimization Algorithm</a:t>
            </a:r>
          </a:p>
          <a:p>
            <a:r>
              <a:rPr lang="en-US" sz="2400"/>
              <a:t>Gradient descent is a mathematical technique that iteratively finds the weights and bias that produce the model with the lowest loss</a:t>
            </a:r>
            <a:r>
              <a:rPr lang="en-US"/>
              <a:t>.</a:t>
            </a:r>
          </a:p>
          <a:p>
            <a:endParaRPr lang="en-US">
              <a:ea typeface="+mn-lt"/>
              <a:cs typeface="+mn-lt"/>
            </a:endParaRPr>
          </a:p>
          <a:p>
            <a:endParaRPr lang="en-US"/>
          </a:p>
        </p:txBody>
      </p:sp>
      <p:pic>
        <p:nvPicPr>
          <p:cNvPr id="9" name="Picture 8" descr="A graph with a line&#10;&#10;AI-generated content may be incorrect.">
            <a:extLst>
              <a:ext uri="{FF2B5EF4-FFF2-40B4-BE49-F238E27FC236}">
                <a16:creationId xmlns:a16="http://schemas.microsoft.com/office/drawing/2014/main" id="{68EE5FCD-999A-718D-F464-13DC79EF0C15}"/>
              </a:ext>
            </a:extLst>
          </p:cNvPr>
          <p:cNvPicPr>
            <a:picLocks noChangeAspect="1"/>
          </p:cNvPicPr>
          <p:nvPr/>
        </p:nvPicPr>
        <p:blipFill>
          <a:blip r:embed="rId2"/>
          <a:stretch>
            <a:fillRect/>
          </a:stretch>
        </p:blipFill>
        <p:spPr>
          <a:xfrm>
            <a:off x="4831474" y="1549838"/>
            <a:ext cx="5971191" cy="4695497"/>
          </a:xfrm>
          <a:prstGeom prst="rect">
            <a:avLst/>
          </a:prstGeom>
        </p:spPr>
      </p:pic>
    </p:spTree>
    <p:extLst>
      <p:ext uri="{BB962C8B-B14F-4D97-AF65-F5344CB8AC3E}">
        <p14:creationId xmlns:p14="http://schemas.microsoft.com/office/powerpoint/2010/main" val="461647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title"/>
          </p:nvPr>
        </p:nvSpPr>
        <p:spPr/>
        <p:txBody>
          <a:bodyPr/>
          <a:lstStyle/>
          <a:p>
            <a:r>
              <a:rPr lang="en-US" sz="3600" b="1">
                <a:solidFill>
                  <a:schemeClr val="tx2"/>
                </a:solidFill>
              </a:rPr>
              <a:t>How Gradient Descent Works ?</a:t>
            </a:r>
            <a:endParaRPr lang="en-US" sz="3600">
              <a:solidFill>
                <a:schemeClr val="tx2"/>
              </a:solidFill>
            </a:endParaRPr>
          </a:p>
          <a:p>
            <a:endParaRPr lang="en-US" sz="3600">
              <a:solidFill>
                <a:schemeClr val="tx2"/>
              </a:solidFill>
            </a:endParaRPr>
          </a:p>
        </p:txBody>
      </p:sp>
      <p:sp>
        <p:nvSpPr>
          <p:cNvPr id="7" name="Content Placeholder 6">
            <a:extLst>
              <a:ext uri="{FF2B5EF4-FFF2-40B4-BE49-F238E27FC236}">
                <a16:creationId xmlns:a16="http://schemas.microsoft.com/office/drawing/2014/main" id="{35CB08E1-024B-D142-B5D8-5B13188F416F}"/>
              </a:ext>
            </a:extLst>
          </p:cNvPr>
          <p:cNvSpPr>
            <a:spLocks noGrp="1"/>
          </p:cNvSpPr>
          <p:nvPr>
            <p:ph idx="1"/>
          </p:nvPr>
        </p:nvSpPr>
        <p:spPr/>
        <p:txBody>
          <a:bodyPr vert="horz" lIns="91440" tIns="45720" rIns="91440" bIns="45720" rtlCol="0" anchor="t">
            <a:normAutofit/>
          </a:bodyPr>
          <a:lstStyle/>
          <a:p>
            <a:pPr>
              <a:lnSpc>
                <a:spcPct val="100000"/>
              </a:lnSpc>
              <a:spcBef>
                <a:spcPts val="0"/>
              </a:spcBef>
            </a:pPr>
            <a:r>
              <a:rPr lang="en-US" sz="1800" b="1"/>
              <a:t>The Core Idea:</a:t>
            </a:r>
            <a:r>
              <a:rPr lang="en-US" sz="1800"/>
              <a:t> In machine learning, we want to find the </a:t>
            </a:r>
            <a:r>
              <a:rPr lang="en-US" sz="1800" b="1"/>
              <a:t>best</a:t>
            </a:r>
            <a:r>
              <a:rPr lang="en-US" sz="1800"/>
              <a:t> parameters (like weights and biases) for our model.</a:t>
            </a:r>
          </a:p>
          <a:p>
            <a:pPr>
              <a:lnSpc>
                <a:spcPct val="100000"/>
              </a:lnSpc>
              <a:spcBef>
                <a:spcPts val="0"/>
              </a:spcBef>
            </a:pPr>
            <a:endParaRPr lang="en-US" sz="1800"/>
          </a:p>
          <a:p>
            <a:pPr>
              <a:lnSpc>
                <a:spcPct val="100000"/>
              </a:lnSpc>
              <a:spcBef>
                <a:spcPts val="0"/>
              </a:spcBef>
            </a:pPr>
            <a:r>
              <a:rPr lang="en-US" sz="1800"/>
              <a:t>"Best" means the parameters that </a:t>
            </a:r>
            <a:r>
              <a:rPr lang="en-US" sz="1800" b="1"/>
              <a:t>minimize a "cost" or "loss" function</a:t>
            </a:r>
            <a:r>
              <a:rPr lang="en-US" sz="1800"/>
              <a:t>.</a:t>
            </a:r>
          </a:p>
          <a:p>
            <a:pPr>
              <a:lnSpc>
                <a:spcPct val="100000"/>
              </a:lnSpc>
              <a:spcBef>
                <a:spcPts val="0"/>
              </a:spcBef>
            </a:pPr>
            <a:endParaRPr lang="en-US" sz="1800"/>
          </a:p>
          <a:p>
            <a:pPr>
              <a:lnSpc>
                <a:spcPct val="100000"/>
              </a:lnSpc>
              <a:spcBef>
                <a:spcPts val="0"/>
              </a:spcBef>
            </a:pPr>
            <a:r>
              <a:rPr lang="en-US" sz="1800"/>
              <a:t> Think of the cost function as a measure of how </a:t>
            </a:r>
            <a:r>
              <a:rPr lang="en-US" sz="1800" b="1"/>
              <a:t>wrong</a:t>
            </a:r>
            <a:r>
              <a:rPr lang="en-US" sz="1800"/>
              <a:t> our model's predictions are.  Our goal is to make the model as "not-wrong" as possible.</a:t>
            </a:r>
          </a:p>
          <a:p>
            <a:pPr>
              <a:lnSpc>
                <a:spcPct val="100000"/>
              </a:lnSpc>
              <a:spcBef>
                <a:spcPts val="0"/>
              </a:spcBef>
            </a:pPr>
            <a:endParaRPr lang="en-US" sz="1800"/>
          </a:p>
          <a:p>
            <a:pPr>
              <a:lnSpc>
                <a:spcPct val="100000"/>
              </a:lnSpc>
              <a:spcBef>
                <a:spcPts val="0"/>
              </a:spcBef>
            </a:pPr>
            <a:r>
              <a:rPr lang="en-US" sz="1800"/>
              <a:t>Goal: Find the lowest point of the cost function.</a:t>
            </a:r>
          </a:p>
          <a:p>
            <a:pPr>
              <a:lnSpc>
                <a:spcPct val="100000"/>
              </a:lnSpc>
              <a:spcBef>
                <a:spcPts val="0"/>
              </a:spcBef>
            </a:pPr>
            <a:endParaRPr lang="en-US" sz="1800"/>
          </a:p>
          <a:p>
            <a:pPr>
              <a:lnSpc>
                <a:spcPct val="100000"/>
              </a:lnSpc>
              <a:spcBef>
                <a:spcPts val="0"/>
              </a:spcBef>
            </a:pPr>
            <a:endParaRPr lang="en-US" sz="1800"/>
          </a:p>
          <a:p>
            <a:pPr>
              <a:lnSpc>
                <a:spcPct val="100000"/>
              </a:lnSpc>
              <a:spcBef>
                <a:spcPts val="0"/>
              </a:spcBef>
            </a:pPr>
            <a:endParaRPr lang="en-US" sz="1800"/>
          </a:p>
          <a:p>
            <a:endParaRPr lang="en-US"/>
          </a:p>
        </p:txBody>
      </p:sp>
    </p:spTree>
    <p:extLst>
      <p:ext uri="{BB962C8B-B14F-4D97-AF65-F5344CB8AC3E}">
        <p14:creationId xmlns:p14="http://schemas.microsoft.com/office/powerpoint/2010/main" val="1751885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98AA-7AC7-37D2-C19E-A2842F03D2E2}"/>
              </a:ext>
            </a:extLst>
          </p:cNvPr>
          <p:cNvSpPr>
            <a:spLocks noGrp="1"/>
          </p:cNvSpPr>
          <p:nvPr>
            <p:ph type="ctrTitle"/>
          </p:nvPr>
        </p:nvSpPr>
        <p:spPr>
          <a:xfrm>
            <a:off x="1474076" y="3429405"/>
            <a:ext cx="9301571" cy="813206"/>
          </a:xfrm>
        </p:spPr>
        <p:txBody>
          <a:bodyPr>
            <a:normAutofit fontScale="90000"/>
          </a:bodyPr>
          <a:lstStyle/>
          <a:p>
            <a:endParaRPr lang="en-US"/>
          </a:p>
        </p:txBody>
      </p:sp>
      <p:pic>
        <p:nvPicPr>
          <p:cNvPr id="3" name="Picture 2" descr="A diagram of a cost curve&#10;&#10;AI-generated content may be incorrect.">
            <a:extLst>
              <a:ext uri="{FF2B5EF4-FFF2-40B4-BE49-F238E27FC236}">
                <a16:creationId xmlns:a16="http://schemas.microsoft.com/office/drawing/2014/main" id="{2D6CC768-8366-5FFE-5CD3-EFBCBDD0C1A0}"/>
              </a:ext>
            </a:extLst>
          </p:cNvPr>
          <p:cNvPicPr>
            <a:picLocks noChangeAspect="1"/>
          </p:cNvPicPr>
          <p:nvPr/>
        </p:nvPicPr>
        <p:blipFill>
          <a:blip r:embed="rId2"/>
          <a:srcRect r="-72" b="15103"/>
          <a:stretch>
            <a:fillRect/>
          </a:stretch>
        </p:blipFill>
        <p:spPr>
          <a:xfrm>
            <a:off x="802640" y="863600"/>
            <a:ext cx="10649134" cy="5132255"/>
          </a:xfrm>
          <a:prstGeom prst="rect">
            <a:avLst/>
          </a:prstGeom>
        </p:spPr>
      </p:pic>
    </p:spTree>
    <p:extLst>
      <p:ext uri="{BB962C8B-B14F-4D97-AF65-F5344CB8AC3E}">
        <p14:creationId xmlns:p14="http://schemas.microsoft.com/office/powerpoint/2010/main" val="2631825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weight loss&#10;&#10;AI-generated content may be incorrect.">
            <a:extLst>
              <a:ext uri="{FF2B5EF4-FFF2-40B4-BE49-F238E27FC236}">
                <a16:creationId xmlns:a16="http://schemas.microsoft.com/office/drawing/2014/main" id="{5284B8E9-262E-E196-8670-494BA40F3D40}"/>
              </a:ext>
            </a:extLst>
          </p:cNvPr>
          <p:cNvPicPr>
            <a:picLocks noChangeAspect="1"/>
          </p:cNvPicPr>
          <p:nvPr/>
        </p:nvPicPr>
        <p:blipFill>
          <a:blip r:embed="rId2"/>
          <a:stretch>
            <a:fillRect/>
          </a:stretch>
        </p:blipFill>
        <p:spPr>
          <a:xfrm>
            <a:off x="99251" y="90725"/>
            <a:ext cx="11824168" cy="6460186"/>
          </a:xfrm>
          <a:prstGeom prst="rect">
            <a:avLst/>
          </a:prstGeom>
        </p:spPr>
      </p:pic>
    </p:spTree>
    <p:extLst>
      <p:ext uri="{BB962C8B-B14F-4D97-AF65-F5344CB8AC3E}">
        <p14:creationId xmlns:p14="http://schemas.microsoft.com/office/powerpoint/2010/main" val="3396625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072A-5F3E-FB56-A498-3CACC2BCD40B}"/>
              </a:ext>
            </a:extLst>
          </p:cNvPr>
          <p:cNvSpPr>
            <a:spLocks noGrp="1"/>
          </p:cNvSpPr>
          <p:nvPr>
            <p:ph type="ctrTitle"/>
          </p:nvPr>
        </p:nvSpPr>
        <p:spPr>
          <a:xfrm>
            <a:off x="4817441" y="1359777"/>
            <a:ext cx="5880761" cy="1107198"/>
          </a:xfrm>
        </p:spPr>
        <p:txBody>
          <a:bodyPr/>
          <a:lstStyle/>
          <a:p>
            <a:r>
              <a:rPr lang="en-US"/>
              <a:t>Type of Gradient Decent</a:t>
            </a:r>
          </a:p>
        </p:txBody>
      </p:sp>
      <p:pic>
        <p:nvPicPr>
          <p:cNvPr id="14" name="Picture Placeholder 13" descr="A person studying in a library">
            <a:extLst>
              <a:ext uri="{FF2B5EF4-FFF2-40B4-BE49-F238E27FC236}">
                <a16:creationId xmlns:a16="http://schemas.microsoft.com/office/drawing/2014/main" id="{E2D1BF8E-AC9A-95EF-EE92-2391A5960CD9}"/>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1152328" y="886968"/>
            <a:ext cx="3197543" cy="5084064"/>
          </a:xfrm>
        </p:spPr>
      </p:pic>
      <p:sp>
        <p:nvSpPr>
          <p:cNvPr id="4" name="Content Placeholder 3">
            <a:extLst>
              <a:ext uri="{FF2B5EF4-FFF2-40B4-BE49-F238E27FC236}">
                <a16:creationId xmlns:a16="http://schemas.microsoft.com/office/drawing/2014/main" id="{42DE842F-FDC7-B259-9F3B-88630D44DFA3}"/>
              </a:ext>
            </a:extLst>
          </p:cNvPr>
          <p:cNvSpPr>
            <a:spLocks noGrp="1"/>
          </p:cNvSpPr>
          <p:nvPr>
            <p:ph sz="quarter" idx="13"/>
          </p:nvPr>
        </p:nvSpPr>
        <p:spPr>
          <a:xfrm>
            <a:off x="4607616" y="2465420"/>
            <a:ext cx="6499194" cy="3060281"/>
          </a:xfrm>
        </p:spPr>
        <p:txBody>
          <a:bodyPr vert="horz" lIns="91440" tIns="45720" rIns="91440" bIns="45720" rtlCol="0" anchor="t">
            <a:normAutofit fontScale="92500" lnSpcReduction="10000"/>
          </a:bodyPr>
          <a:lstStyle/>
          <a:p>
            <a:r>
              <a:rPr lang="en-US" sz="2800" b="1">
                <a:ea typeface="+mn-lt"/>
                <a:cs typeface="+mn-lt"/>
              </a:rPr>
              <a:t>1. Batch Gradient Descent (BGD)</a:t>
            </a:r>
          </a:p>
          <a:p>
            <a:endParaRPr lang="en-US" sz="2800" b="1">
              <a:ea typeface="+mn-lt"/>
              <a:cs typeface="+mn-lt"/>
            </a:endParaRPr>
          </a:p>
          <a:p>
            <a:r>
              <a:rPr lang="en-US" sz="2800" b="1">
                <a:ea typeface="+mn-lt"/>
                <a:cs typeface="+mn-lt"/>
              </a:rPr>
              <a:t>2. Stochastic Gradient Descent (SGD)</a:t>
            </a:r>
            <a:endParaRPr lang="en-US" sz="2800" b="1"/>
          </a:p>
          <a:p>
            <a:endParaRPr lang="en-US" sz="2800" b="1">
              <a:ea typeface="+mn-lt"/>
              <a:cs typeface="+mn-lt"/>
            </a:endParaRPr>
          </a:p>
          <a:p>
            <a:r>
              <a:rPr lang="en-US" sz="2800" b="1">
                <a:ea typeface="+mn-lt"/>
                <a:cs typeface="+mn-lt"/>
              </a:rPr>
              <a:t>3. Mini-Batch Gradient Descent</a:t>
            </a:r>
          </a:p>
          <a:p>
            <a:endParaRPr lang="en-US" sz="2800" b="1"/>
          </a:p>
        </p:txBody>
      </p:sp>
      <p:pic>
        <p:nvPicPr>
          <p:cNvPr id="3" name="Picture 2">
            <a:extLst>
              <a:ext uri="{FF2B5EF4-FFF2-40B4-BE49-F238E27FC236}">
                <a16:creationId xmlns:a16="http://schemas.microsoft.com/office/drawing/2014/main" id="{8D78C643-D0C9-B12C-6210-331CC114CAF1}"/>
              </a:ext>
            </a:extLst>
          </p:cNvPr>
          <p:cNvPicPr>
            <a:picLocks noChangeAspect="1"/>
          </p:cNvPicPr>
          <p:nvPr/>
        </p:nvPicPr>
        <p:blipFill>
          <a:blip r:embed="rId3"/>
          <a:srcRect l="5179" t="66" r="2839" b="150"/>
          <a:stretch>
            <a:fillRect/>
          </a:stretch>
        </p:blipFill>
        <p:spPr>
          <a:xfrm>
            <a:off x="1149868" y="886182"/>
            <a:ext cx="3318146" cy="5092451"/>
          </a:xfrm>
          <a:prstGeom prst="rect">
            <a:avLst/>
          </a:prstGeom>
        </p:spPr>
      </p:pic>
    </p:spTree>
    <p:extLst>
      <p:ext uri="{BB962C8B-B14F-4D97-AF65-F5344CB8AC3E}">
        <p14:creationId xmlns:p14="http://schemas.microsoft.com/office/powerpoint/2010/main" val="948600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01D7-435D-8E7D-53C0-66C0C37F5C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2B1CB6-9CE7-1B07-252A-1A15DC85E20F}"/>
              </a:ext>
            </a:extLst>
          </p:cNvPr>
          <p:cNvSpPr>
            <a:spLocks noGrp="1"/>
          </p:cNvSpPr>
          <p:nvPr>
            <p:ph type="title"/>
          </p:nvPr>
        </p:nvSpPr>
        <p:spPr/>
        <p:txBody>
          <a:bodyPr/>
          <a:lstStyle/>
          <a:p>
            <a:r>
              <a:rPr lang="en-US"/>
              <a:t>Quote</a:t>
            </a:r>
          </a:p>
        </p:txBody>
      </p:sp>
      <p:sp>
        <p:nvSpPr>
          <p:cNvPr id="6" name="Content Placeholder 5">
            <a:extLst>
              <a:ext uri="{FF2B5EF4-FFF2-40B4-BE49-F238E27FC236}">
                <a16:creationId xmlns:a16="http://schemas.microsoft.com/office/drawing/2014/main" id="{E5236CAB-BB4B-BDCA-63F6-F77BA904E53B}"/>
              </a:ext>
            </a:extLst>
          </p:cNvPr>
          <p:cNvSpPr>
            <a:spLocks noGrp="1"/>
          </p:cNvSpPr>
          <p:nvPr>
            <p:ph sz="quarter" idx="13"/>
          </p:nvPr>
        </p:nvSpPr>
        <p:spPr>
          <a:xfrm>
            <a:off x="373754" y="576894"/>
            <a:ext cx="11466580" cy="6081416"/>
          </a:xfrm>
        </p:spPr>
        <p:txBody>
          <a:bodyPr/>
          <a:lstStyle/>
          <a:p>
            <a:r>
              <a:rPr lang="en-US" sz="2800"/>
              <a:t>1. </a:t>
            </a:r>
            <a:r>
              <a:rPr lang="en-US" sz="2800" b="1"/>
              <a:t>Batch Gradient Descent (BGD)</a:t>
            </a:r>
            <a:endParaRPr lang="en-US" sz="2800"/>
          </a:p>
          <a:p>
            <a:r>
              <a:rPr lang="en-US" sz="2800">
                <a:ea typeface="+mj-lt"/>
                <a:cs typeface="+mj-lt"/>
              </a:rPr>
              <a:t> optimization algorithm that updates model parameters using the </a:t>
            </a:r>
            <a:r>
              <a:rPr lang="en-US" sz="2800" b="1">
                <a:ea typeface="+mj-lt"/>
                <a:cs typeface="+mj-lt"/>
              </a:rPr>
              <a:t>entire training dataset</a:t>
            </a:r>
            <a:r>
              <a:rPr lang="en-US" sz="2800">
                <a:ea typeface="+mj-lt"/>
                <a:cs typeface="+mj-lt"/>
              </a:rPr>
              <a:t> to compute the gradient of the cost/loss function</a:t>
            </a:r>
            <a:endParaRPr lang="en-US" sz="2800"/>
          </a:p>
          <a:p>
            <a:r>
              <a:rPr lang="en-US" sz="2800" b="1">
                <a:ea typeface="+mj-lt"/>
                <a:cs typeface="+mj-lt"/>
              </a:rPr>
              <a:t>Pros</a:t>
            </a:r>
            <a:r>
              <a:rPr lang="en-US" sz="2800">
                <a:ea typeface="+mj-lt"/>
                <a:cs typeface="+mj-lt"/>
              </a:rPr>
              <a:t>:</a:t>
            </a:r>
            <a:endParaRPr lang="en-US" sz="2800"/>
          </a:p>
          <a:p>
            <a:pPr marL="514350" lvl="1" indent="-285750">
              <a:buFont typeface="Arial"/>
              <a:buChar char="•"/>
            </a:pPr>
            <a:r>
              <a:rPr lang="en-US" sz="2800">
                <a:ea typeface="+mj-lt"/>
                <a:cs typeface="+mj-lt"/>
              </a:rPr>
              <a:t>Stable convergence.</a:t>
            </a:r>
            <a:endParaRPr lang="en-US" sz="2800"/>
          </a:p>
          <a:p>
            <a:pPr marL="514350" lvl="1" indent="-285750">
              <a:buFont typeface="Arial"/>
              <a:buChar char="•"/>
            </a:pPr>
            <a:r>
              <a:rPr lang="en-US" sz="2800">
                <a:ea typeface="+mj-lt"/>
                <a:cs typeface="+mj-lt"/>
              </a:rPr>
              <a:t>More accurate gradient estimate.</a:t>
            </a:r>
            <a:endParaRPr lang="en-US" sz="2800"/>
          </a:p>
          <a:p>
            <a:r>
              <a:rPr lang="en-US" sz="2800" b="1">
                <a:ea typeface="+mj-lt"/>
                <a:cs typeface="+mj-lt"/>
              </a:rPr>
              <a:t>Cons</a:t>
            </a:r>
            <a:r>
              <a:rPr lang="en-US" sz="2800">
                <a:ea typeface="+mj-lt"/>
                <a:cs typeface="+mj-lt"/>
              </a:rPr>
              <a:t>:</a:t>
            </a:r>
            <a:endParaRPr lang="en-US" sz="2800"/>
          </a:p>
          <a:p>
            <a:pPr marL="514350" lvl="1" indent="-285750">
              <a:buFont typeface="Arial"/>
              <a:buChar char="•"/>
            </a:pPr>
            <a:r>
              <a:rPr lang="en-US" sz="2800">
                <a:ea typeface="+mj-lt"/>
                <a:cs typeface="+mj-lt"/>
              </a:rPr>
              <a:t>Slow with large datasets.</a:t>
            </a:r>
            <a:endParaRPr lang="en-US" sz="2800"/>
          </a:p>
          <a:p>
            <a:pPr marL="514350" lvl="1" indent="-285750">
              <a:buFont typeface="Arial"/>
              <a:buChar char="•"/>
            </a:pPr>
            <a:r>
              <a:rPr lang="en-US" sz="2800">
                <a:ea typeface="+mj-lt"/>
                <a:cs typeface="+mj-lt"/>
              </a:rPr>
              <a:t>High memory consumption.</a:t>
            </a:r>
            <a:endParaRPr lang="en-US" sz="2800"/>
          </a:p>
          <a:p>
            <a:pPr marL="285750" indent="-285750">
              <a:buFont typeface="Arial"/>
              <a:buChar char="•"/>
            </a:pPr>
            <a:r>
              <a:rPr lang="en-US" sz="2800" b="1">
                <a:ea typeface="+mj-lt"/>
                <a:cs typeface="+mj-lt"/>
              </a:rPr>
              <a:t>Use </a:t>
            </a:r>
            <a:r>
              <a:rPr lang="en-US" sz="2800">
                <a:ea typeface="+mj-lt"/>
                <a:cs typeface="+mj-lt"/>
              </a:rPr>
              <a:t>: Small to medium datasets.</a:t>
            </a:r>
            <a:endParaRPr lang="en-US" sz="2800"/>
          </a:p>
          <a:p>
            <a:endParaRPr lang="en-US" sz="2800"/>
          </a:p>
        </p:txBody>
      </p:sp>
      <p:pic>
        <p:nvPicPr>
          <p:cNvPr id="2" name="Picture 1" descr="A diagram of a graph&#10;&#10;AI-generated content may be incorrect.">
            <a:extLst>
              <a:ext uri="{FF2B5EF4-FFF2-40B4-BE49-F238E27FC236}">
                <a16:creationId xmlns:a16="http://schemas.microsoft.com/office/drawing/2014/main" id="{84FFD389-C91C-E49E-388C-E373E91954D3}"/>
              </a:ext>
            </a:extLst>
          </p:cNvPr>
          <p:cNvPicPr>
            <a:picLocks noChangeAspect="1"/>
          </p:cNvPicPr>
          <p:nvPr/>
        </p:nvPicPr>
        <p:blipFill>
          <a:blip r:embed="rId2"/>
          <a:stretch>
            <a:fillRect/>
          </a:stretch>
        </p:blipFill>
        <p:spPr>
          <a:xfrm>
            <a:off x="363399" y="2485265"/>
            <a:ext cx="2685636" cy="3058077"/>
          </a:xfrm>
          <a:prstGeom prst="rect">
            <a:avLst/>
          </a:prstGeom>
        </p:spPr>
      </p:pic>
    </p:spTree>
    <p:extLst>
      <p:ext uri="{BB962C8B-B14F-4D97-AF65-F5344CB8AC3E}">
        <p14:creationId xmlns:p14="http://schemas.microsoft.com/office/powerpoint/2010/main" val="1403495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01D7-435D-8E7D-53C0-66C0C37F5C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2B1CB6-9CE7-1B07-252A-1A15DC85E20F}"/>
              </a:ext>
            </a:extLst>
          </p:cNvPr>
          <p:cNvSpPr>
            <a:spLocks noGrp="1"/>
          </p:cNvSpPr>
          <p:nvPr>
            <p:ph type="title"/>
          </p:nvPr>
        </p:nvSpPr>
        <p:spPr/>
        <p:txBody>
          <a:bodyPr/>
          <a:lstStyle/>
          <a:p>
            <a:r>
              <a:rPr lang="en-US"/>
              <a:t>Quote</a:t>
            </a:r>
          </a:p>
        </p:txBody>
      </p:sp>
      <p:sp>
        <p:nvSpPr>
          <p:cNvPr id="6" name="Content Placeholder 5">
            <a:extLst>
              <a:ext uri="{FF2B5EF4-FFF2-40B4-BE49-F238E27FC236}">
                <a16:creationId xmlns:a16="http://schemas.microsoft.com/office/drawing/2014/main" id="{E5236CAB-BB4B-BDCA-63F6-F77BA904E53B}"/>
              </a:ext>
            </a:extLst>
          </p:cNvPr>
          <p:cNvSpPr>
            <a:spLocks noGrp="1"/>
          </p:cNvSpPr>
          <p:nvPr>
            <p:ph sz="quarter" idx="13"/>
          </p:nvPr>
        </p:nvSpPr>
        <p:spPr>
          <a:xfrm>
            <a:off x="373754" y="968778"/>
            <a:ext cx="11466580" cy="5515361"/>
          </a:xfrm>
        </p:spPr>
        <p:txBody>
          <a:bodyPr/>
          <a:lstStyle/>
          <a:p>
            <a:r>
              <a:rPr lang="en-US" sz="3200" b="1"/>
              <a:t>Working of  Batch Gradient Descent</a:t>
            </a:r>
            <a:endParaRPr lang="en-US" sz="3200"/>
          </a:p>
          <a:p>
            <a:endParaRPr lang="en-US" sz="2400">
              <a:ea typeface="+mj-lt"/>
              <a:cs typeface="+mj-lt"/>
            </a:endParaRPr>
          </a:p>
          <a:p>
            <a:r>
              <a:rPr lang="en-US" sz="2800">
                <a:ea typeface="+mj-lt"/>
                <a:cs typeface="+mj-lt"/>
              </a:rPr>
              <a:t>Lets take  Dataset of 1000 samples and 20 epochs</a:t>
            </a:r>
            <a:endParaRPr lang="en-US" sz="2800"/>
          </a:p>
          <a:p>
            <a:r>
              <a:rPr lang="en-US" sz="2800"/>
              <a:t>Epoch : processing all samples once </a:t>
            </a:r>
          </a:p>
          <a:p>
            <a:endParaRPr lang="en-US" sz="2800"/>
          </a:p>
          <a:p>
            <a:r>
              <a:rPr lang="en-US" sz="2800"/>
              <a:t>For every epoch the function will calculate the error and update weight and Bias once to achieve best fit line </a:t>
            </a:r>
          </a:p>
          <a:p>
            <a:endParaRPr lang="en-US" sz="2800" b="1"/>
          </a:p>
          <a:p>
            <a:r>
              <a:rPr lang="en-US" sz="2800"/>
              <a:t>It will take all the samples in every Epochs</a:t>
            </a:r>
          </a:p>
          <a:p>
            <a:r>
              <a:rPr lang="en-US" sz="2800"/>
              <a:t>And updating weight and Bias equal to the no of epochs</a:t>
            </a:r>
          </a:p>
          <a:p>
            <a:r>
              <a:rPr lang="en-US" sz="2800"/>
              <a:t>20 times</a:t>
            </a:r>
          </a:p>
          <a:p>
            <a:endParaRPr lang="en-US" sz="2800"/>
          </a:p>
        </p:txBody>
      </p:sp>
    </p:spTree>
    <p:extLst>
      <p:ext uri="{BB962C8B-B14F-4D97-AF65-F5344CB8AC3E}">
        <p14:creationId xmlns:p14="http://schemas.microsoft.com/office/powerpoint/2010/main" val="3416133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E62F-F757-97CA-69BF-74C05CF9577C}"/>
              </a:ext>
            </a:extLst>
          </p:cNvPr>
          <p:cNvSpPr>
            <a:spLocks noGrp="1"/>
          </p:cNvSpPr>
          <p:nvPr>
            <p:ph type="title"/>
          </p:nvPr>
        </p:nvSpPr>
        <p:spPr>
          <a:xfrm>
            <a:off x="386048" y="422812"/>
            <a:ext cx="11386614" cy="5870239"/>
          </a:xfrm>
        </p:spPr>
        <p:txBody>
          <a:bodyPr>
            <a:normAutofit/>
          </a:bodyPr>
          <a:lstStyle/>
          <a:p>
            <a:pPr algn="ctr"/>
            <a:r>
              <a:rPr lang="en-US" sz="3200"/>
              <a:t>2. </a:t>
            </a:r>
            <a:r>
              <a:rPr lang="en-US" sz="3200" b="1"/>
              <a:t>Stochastic Gradient Descent (SGD)</a:t>
            </a:r>
            <a:br>
              <a:rPr lang="en-US" sz="3200" b="1"/>
            </a:br>
            <a:endParaRPr lang="en-US" sz="3200"/>
          </a:p>
          <a:p>
            <a:r>
              <a:rPr lang="en-US" sz="2800">
                <a:ea typeface="+mj-lt"/>
                <a:cs typeface="+mj-lt"/>
              </a:rPr>
              <a:t>an optimization algorithm that updates model parameters using only one training example at a time to compute the gradient of the loss function</a:t>
            </a:r>
            <a:br>
              <a:rPr lang="en-US" sz="3200"/>
            </a:br>
            <a:br>
              <a:rPr lang="en-US" sz="3200"/>
            </a:br>
            <a:r>
              <a:rPr lang="en-US" sz="3200" b="1">
                <a:ea typeface="+mj-lt"/>
                <a:cs typeface="+mj-lt"/>
              </a:rPr>
              <a:t>Pros</a:t>
            </a:r>
            <a:r>
              <a:rPr lang="en-US" sz="3200">
                <a:ea typeface="+mj-lt"/>
                <a:cs typeface="+mj-lt"/>
              </a:rPr>
              <a:t>:</a:t>
            </a:r>
          </a:p>
          <a:p>
            <a:pPr marL="285750" indent="-285750">
              <a:buFont typeface="Arial"/>
              <a:buChar char="•"/>
            </a:pPr>
            <a:r>
              <a:rPr lang="en-US" sz="2800">
                <a:ea typeface="+mj-lt"/>
                <a:cs typeface="+mj-lt"/>
              </a:rPr>
              <a:t>Faster updates (good for large datasets).</a:t>
            </a:r>
            <a:endParaRPr lang="en-US" sz="2800"/>
          </a:p>
          <a:p>
            <a:pPr marL="285750" indent="-285750">
              <a:buFont typeface="Arial"/>
              <a:buChar char="•"/>
            </a:pPr>
            <a:r>
              <a:rPr lang="en-US" sz="2800">
                <a:ea typeface="+mj-lt"/>
                <a:cs typeface="+mj-lt"/>
              </a:rPr>
              <a:t>Can escape local minima due to its noisy nature.</a:t>
            </a:r>
            <a:br>
              <a:rPr lang="en-US" sz="3200">
                <a:ea typeface="+mj-lt"/>
                <a:cs typeface="+mj-lt"/>
              </a:rPr>
            </a:br>
            <a:endParaRPr lang="en-US" sz="3200"/>
          </a:p>
          <a:p>
            <a:r>
              <a:rPr lang="en-US" sz="3200" b="1">
                <a:ea typeface="+mj-lt"/>
                <a:cs typeface="+mj-lt"/>
              </a:rPr>
              <a:t>Cons</a:t>
            </a:r>
            <a:r>
              <a:rPr lang="en-US" sz="3200">
                <a:ea typeface="+mj-lt"/>
                <a:cs typeface="+mj-lt"/>
              </a:rPr>
              <a:t>:</a:t>
            </a:r>
          </a:p>
          <a:p>
            <a:pPr marL="285750" indent="-285750">
              <a:buFont typeface="Arial"/>
              <a:buChar char="•"/>
            </a:pPr>
            <a:r>
              <a:rPr lang="en-US" sz="2800">
                <a:ea typeface="+mj-lt"/>
                <a:cs typeface="+mj-lt"/>
              </a:rPr>
              <a:t>Noisy updates may never converge exactly.</a:t>
            </a:r>
            <a:endParaRPr lang="en-US" sz="2800"/>
          </a:p>
          <a:p>
            <a:pPr marL="285750" indent="-285750">
              <a:buFont typeface="Arial"/>
              <a:buChar char="•"/>
            </a:pPr>
            <a:r>
              <a:rPr lang="en-US" sz="2800">
                <a:ea typeface="+mj-lt"/>
                <a:cs typeface="+mj-lt"/>
              </a:rPr>
              <a:t>More fluctuation in loss.</a:t>
            </a:r>
            <a:br>
              <a:rPr lang="en-US"/>
            </a:br>
            <a:endParaRPr lang="en-US" sz="2800"/>
          </a:p>
          <a:p>
            <a:pPr marL="285750" indent="-285750">
              <a:buFont typeface="Arial"/>
              <a:buChar char="•"/>
            </a:pPr>
            <a:r>
              <a:rPr lang="en-US" sz="3200" b="1">
                <a:ea typeface="+mj-lt"/>
                <a:cs typeface="+mj-lt"/>
              </a:rPr>
              <a:t>Use </a:t>
            </a:r>
            <a:r>
              <a:rPr lang="en-US" sz="3200">
                <a:ea typeface="+mj-lt"/>
                <a:cs typeface="+mj-lt"/>
              </a:rPr>
              <a:t>: Online learning, large datasets</a:t>
            </a:r>
            <a:endParaRPr lang="en-US" sz="3200"/>
          </a:p>
          <a:p>
            <a:endParaRPr lang="en-US" sz="3200"/>
          </a:p>
        </p:txBody>
      </p:sp>
      <p:pic>
        <p:nvPicPr>
          <p:cNvPr id="9" name="Picture 8">
            <a:extLst>
              <a:ext uri="{FF2B5EF4-FFF2-40B4-BE49-F238E27FC236}">
                <a16:creationId xmlns:a16="http://schemas.microsoft.com/office/drawing/2014/main" id="{B96CC928-8B4B-5517-EE4E-78525E7C21DC}"/>
              </a:ext>
            </a:extLst>
          </p:cNvPr>
          <p:cNvPicPr>
            <a:picLocks noChangeAspect="1"/>
          </p:cNvPicPr>
          <p:nvPr/>
        </p:nvPicPr>
        <p:blipFill>
          <a:blip r:embed="rId2"/>
          <a:stretch>
            <a:fillRect/>
          </a:stretch>
        </p:blipFill>
        <p:spPr>
          <a:xfrm>
            <a:off x="8765485" y="2746789"/>
            <a:ext cx="3009900" cy="3142422"/>
          </a:xfrm>
          <a:prstGeom prst="rect">
            <a:avLst/>
          </a:prstGeom>
        </p:spPr>
      </p:pic>
    </p:spTree>
    <p:extLst>
      <p:ext uri="{BB962C8B-B14F-4D97-AF65-F5344CB8AC3E}">
        <p14:creationId xmlns:p14="http://schemas.microsoft.com/office/powerpoint/2010/main" val="166532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BF7B5-F29C-BEB4-E586-2F0C984D7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DFEBD-3321-E422-4DD8-02CCAEFC6A45}"/>
              </a:ext>
            </a:extLst>
          </p:cNvPr>
          <p:cNvSpPr>
            <a:spLocks noGrp="1"/>
          </p:cNvSpPr>
          <p:nvPr>
            <p:ph type="title"/>
          </p:nvPr>
        </p:nvSpPr>
        <p:spPr>
          <a:xfrm>
            <a:off x="407819" y="499012"/>
            <a:ext cx="11386614" cy="5870239"/>
          </a:xfrm>
        </p:spPr>
        <p:txBody>
          <a:bodyPr>
            <a:normAutofit/>
          </a:bodyPr>
          <a:lstStyle/>
          <a:p>
            <a:pPr algn="ctr"/>
            <a:r>
              <a:rPr lang="en-US" sz="3200" b="1"/>
              <a:t>Working of Stochastic Gradient Descent</a:t>
            </a:r>
            <a:br>
              <a:rPr lang="en-US" sz="3200" b="1"/>
            </a:br>
            <a:br>
              <a:rPr lang="en-US" sz="3200" b="1"/>
            </a:br>
            <a:r>
              <a:rPr lang="en-US" sz="2800"/>
              <a:t>Lets take  Dataset of 1000 samples and 20 epochs</a:t>
            </a:r>
            <a:br>
              <a:rPr lang="en-US" sz="2800"/>
            </a:br>
            <a:br>
              <a:rPr lang="en-US" sz="2800"/>
            </a:br>
            <a:endParaRPr lang="en-US" sz="2800">
              <a:solidFill>
                <a:srgbClr val="DFD2C4"/>
              </a:solidFill>
            </a:endParaRPr>
          </a:p>
          <a:p>
            <a:pPr algn="ctr"/>
            <a:r>
              <a:rPr lang="en-US" sz="2800"/>
              <a:t>For every sample the function will calculate and update weight and Bias once to achieve best fit line</a:t>
            </a:r>
            <a:endParaRPr lang="en-US" sz="2800">
              <a:solidFill>
                <a:srgbClr val="000000"/>
              </a:solidFill>
            </a:endParaRPr>
          </a:p>
          <a:p>
            <a:pPr algn="ctr"/>
            <a:endParaRPr lang="en-US" sz="2800"/>
          </a:p>
          <a:p>
            <a:pPr algn="ctr"/>
            <a:endParaRPr lang="en-US" sz="2800">
              <a:solidFill>
                <a:srgbClr val="DFD2C4"/>
              </a:solidFill>
            </a:endParaRPr>
          </a:p>
          <a:p>
            <a:pPr algn="ctr"/>
            <a:br>
              <a:rPr lang="en-US" sz="3200" b="1"/>
            </a:br>
            <a:r>
              <a:rPr lang="en-US" sz="3200">
                <a:ea typeface="+mj-lt"/>
                <a:cs typeface="+mj-lt"/>
              </a:rPr>
              <a:t>the  updates of weights and bias will be </a:t>
            </a:r>
            <a:br>
              <a:rPr lang="en-US" sz="3200">
                <a:ea typeface="+mj-lt"/>
                <a:cs typeface="+mj-lt"/>
              </a:rPr>
            </a:br>
            <a:r>
              <a:rPr lang="en-US" sz="3200">
                <a:ea typeface="+mj-lt"/>
                <a:cs typeface="+mj-lt"/>
              </a:rPr>
              <a:t>(no of samples *epochs)</a:t>
            </a:r>
            <a:br>
              <a:rPr lang="en-US" sz="3200">
                <a:ea typeface="+mj-lt"/>
                <a:cs typeface="+mj-lt"/>
              </a:rPr>
            </a:br>
            <a:r>
              <a:rPr lang="en-US" sz="3200">
                <a:ea typeface="+mj-lt"/>
                <a:cs typeface="+mj-lt"/>
              </a:rPr>
              <a:t>20,000 times.</a:t>
            </a:r>
            <a:br>
              <a:rPr lang="en-US" sz="3200" b="1"/>
            </a:br>
            <a:br>
              <a:rPr lang="en-US" sz="3200" b="1"/>
            </a:br>
            <a:endParaRPr lang="en-US" sz="3200"/>
          </a:p>
          <a:p>
            <a:endParaRPr lang="en-US" sz="2800"/>
          </a:p>
          <a:p>
            <a:endParaRPr lang="en-US" sz="3200"/>
          </a:p>
        </p:txBody>
      </p:sp>
    </p:spTree>
    <p:extLst>
      <p:ext uri="{BB962C8B-B14F-4D97-AF65-F5344CB8AC3E}">
        <p14:creationId xmlns:p14="http://schemas.microsoft.com/office/powerpoint/2010/main" val="421071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C5C2A-CB03-B44C-8832-949FEFD817D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0A9132-B95E-0DFE-C690-88F935B90E03}"/>
              </a:ext>
            </a:extLst>
          </p:cNvPr>
          <p:cNvSpPr>
            <a:spLocks noGrp="1"/>
          </p:cNvSpPr>
          <p:nvPr>
            <p:ph type="title"/>
          </p:nvPr>
        </p:nvSpPr>
        <p:spPr/>
        <p:txBody>
          <a:bodyPr/>
          <a:lstStyle/>
          <a:p>
            <a:r>
              <a:rPr lang="en-US"/>
              <a:t>Quote</a:t>
            </a:r>
          </a:p>
        </p:txBody>
      </p:sp>
      <p:sp>
        <p:nvSpPr>
          <p:cNvPr id="6" name="Content Placeholder 5">
            <a:extLst>
              <a:ext uri="{FF2B5EF4-FFF2-40B4-BE49-F238E27FC236}">
                <a16:creationId xmlns:a16="http://schemas.microsoft.com/office/drawing/2014/main" id="{49D59A02-4482-8B2C-168E-DEC1F64DF8DA}"/>
              </a:ext>
            </a:extLst>
          </p:cNvPr>
          <p:cNvSpPr>
            <a:spLocks noGrp="1"/>
          </p:cNvSpPr>
          <p:nvPr>
            <p:ph sz="quarter" idx="13"/>
          </p:nvPr>
        </p:nvSpPr>
        <p:spPr>
          <a:xfrm>
            <a:off x="373754" y="333075"/>
            <a:ext cx="11466580" cy="6313329"/>
          </a:xfrm>
        </p:spPr>
        <p:txBody>
          <a:bodyPr/>
          <a:lstStyle/>
          <a:p>
            <a:r>
              <a:rPr lang="en-US" sz="2400"/>
              <a:t>3.</a:t>
            </a:r>
            <a:r>
              <a:rPr lang="en-US" sz="2400" b="1"/>
              <a:t>Mini</a:t>
            </a:r>
            <a:r>
              <a:rPr lang="en-US" sz="2400"/>
              <a:t> </a:t>
            </a:r>
            <a:r>
              <a:rPr lang="en-US" sz="2400" b="1"/>
              <a:t>Batch Gradient Descent (BGD)</a:t>
            </a:r>
            <a:endParaRPr lang="en-US" sz="2400"/>
          </a:p>
          <a:p>
            <a:r>
              <a:rPr lang="en-US" sz="2400">
                <a:ea typeface="+mj-lt"/>
                <a:cs typeface="+mj-lt"/>
              </a:rPr>
              <a:t> a variant of gradient descent where the model updates its parameters using </a:t>
            </a:r>
            <a:r>
              <a:rPr lang="en-US" sz="2400" b="1">
                <a:ea typeface="+mj-lt"/>
                <a:cs typeface="+mj-lt"/>
              </a:rPr>
              <a:t>a small, random subset (batch)</a:t>
            </a:r>
            <a:r>
              <a:rPr lang="en-US" sz="2400">
                <a:ea typeface="+mj-lt"/>
                <a:cs typeface="+mj-lt"/>
              </a:rPr>
              <a:t> of the training data instead of using the entire dataset (Batch GD) or a single example (SGD).</a:t>
            </a:r>
          </a:p>
          <a:p>
            <a:r>
              <a:rPr lang="en-US" sz="2400" b="1">
                <a:ea typeface="+mj-lt"/>
                <a:cs typeface="+mj-lt"/>
              </a:rPr>
              <a:t>Pros</a:t>
            </a:r>
            <a:r>
              <a:rPr lang="en-US" sz="2400">
                <a:ea typeface="+mj-lt"/>
                <a:cs typeface="+mj-lt"/>
              </a:rPr>
              <a:t>:</a:t>
            </a:r>
          </a:p>
          <a:p>
            <a:pPr marL="285750" indent="-285750">
              <a:buFont typeface="Arial"/>
              <a:buChar char="•"/>
            </a:pPr>
            <a:r>
              <a:rPr lang="en-US" sz="2400">
                <a:ea typeface="+mj-lt"/>
                <a:cs typeface="+mj-lt"/>
              </a:rPr>
              <a:t>Balance between BGD and SGD.</a:t>
            </a:r>
          </a:p>
          <a:p>
            <a:pPr marL="285750" indent="-285750">
              <a:buFont typeface="Arial"/>
              <a:buChar char="•"/>
            </a:pPr>
            <a:r>
              <a:rPr lang="en-US" sz="2400">
                <a:ea typeface="+mj-lt"/>
                <a:cs typeface="+mj-lt"/>
              </a:rPr>
              <a:t>Faster convergence than BGD.</a:t>
            </a:r>
          </a:p>
          <a:p>
            <a:pPr marL="285750" indent="-285750">
              <a:buFont typeface="Arial"/>
              <a:buChar char="•"/>
            </a:pPr>
            <a:r>
              <a:rPr lang="en-US" sz="2400">
                <a:ea typeface="+mj-lt"/>
                <a:cs typeface="+mj-lt"/>
              </a:rPr>
              <a:t>Less noisy than SGD.</a:t>
            </a:r>
          </a:p>
          <a:p>
            <a:r>
              <a:rPr lang="en-US" sz="2400" b="1">
                <a:ea typeface="+mj-lt"/>
                <a:cs typeface="+mj-lt"/>
              </a:rPr>
              <a:t>Cons</a:t>
            </a:r>
            <a:r>
              <a:rPr lang="en-US" sz="2400">
                <a:ea typeface="+mj-lt"/>
                <a:cs typeface="+mj-lt"/>
              </a:rPr>
              <a:t>:</a:t>
            </a:r>
          </a:p>
          <a:p>
            <a:pPr marL="285750" indent="-285750">
              <a:buFont typeface="Arial"/>
              <a:buChar char="•"/>
            </a:pPr>
            <a:r>
              <a:rPr lang="en-US" sz="2400">
                <a:ea typeface="+mj-lt"/>
                <a:cs typeface="+mj-lt"/>
              </a:rPr>
              <a:t>Requires tuning of mini-batch size.</a:t>
            </a:r>
          </a:p>
          <a:p>
            <a:pPr marL="285750" indent="-285750">
              <a:buFont typeface="Arial"/>
              <a:buChar char="•"/>
            </a:pPr>
            <a:endParaRPr lang="en-US" sz="2400">
              <a:ea typeface="+mj-lt"/>
              <a:cs typeface="+mj-lt"/>
            </a:endParaRPr>
          </a:p>
          <a:p>
            <a:pPr marL="285750" indent="-285750">
              <a:buFont typeface="Arial"/>
              <a:buChar char="•"/>
            </a:pPr>
            <a:r>
              <a:rPr lang="en-US" sz="2400" b="1">
                <a:ea typeface="+mj-lt"/>
                <a:cs typeface="+mj-lt"/>
              </a:rPr>
              <a:t>Use </a:t>
            </a:r>
            <a:r>
              <a:rPr lang="en-US" sz="2400">
                <a:ea typeface="+mj-lt"/>
                <a:cs typeface="+mj-lt"/>
              </a:rPr>
              <a:t>: Most deep learning models.</a:t>
            </a:r>
          </a:p>
          <a:p>
            <a:endParaRPr lang="en-US" sz="2400"/>
          </a:p>
        </p:txBody>
      </p:sp>
      <p:pic>
        <p:nvPicPr>
          <p:cNvPr id="2" name="Picture 1" descr="A diagram of a spiral&#10;&#10;AI-generated content may be incorrect.">
            <a:extLst>
              <a:ext uri="{FF2B5EF4-FFF2-40B4-BE49-F238E27FC236}">
                <a16:creationId xmlns:a16="http://schemas.microsoft.com/office/drawing/2014/main" id="{36662971-C214-8051-6738-C0D0EDF8CC4A}"/>
              </a:ext>
            </a:extLst>
          </p:cNvPr>
          <p:cNvPicPr>
            <a:picLocks noChangeAspect="1"/>
          </p:cNvPicPr>
          <p:nvPr/>
        </p:nvPicPr>
        <p:blipFill>
          <a:blip r:embed="rId2"/>
          <a:stretch>
            <a:fillRect/>
          </a:stretch>
        </p:blipFill>
        <p:spPr>
          <a:xfrm>
            <a:off x="378722" y="2603017"/>
            <a:ext cx="3019425" cy="3032401"/>
          </a:xfrm>
          <a:prstGeom prst="rect">
            <a:avLst/>
          </a:prstGeom>
        </p:spPr>
      </p:pic>
    </p:spTree>
    <p:extLst>
      <p:ext uri="{BB962C8B-B14F-4D97-AF65-F5344CB8AC3E}">
        <p14:creationId xmlns:p14="http://schemas.microsoft.com/office/powerpoint/2010/main" val="2640250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C8AC8-20EA-C1A5-001E-8FD310C680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335BB3-F915-D825-3662-6B31B4B41E85}"/>
              </a:ext>
            </a:extLst>
          </p:cNvPr>
          <p:cNvSpPr>
            <a:spLocks noGrp="1"/>
          </p:cNvSpPr>
          <p:nvPr>
            <p:ph type="title"/>
          </p:nvPr>
        </p:nvSpPr>
        <p:spPr/>
        <p:txBody>
          <a:bodyPr/>
          <a:lstStyle/>
          <a:p>
            <a:r>
              <a:rPr lang="en-US"/>
              <a:t>Quote</a:t>
            </a:r>
          </a:p>
        </p:txBody>
      </p:sp>
      <p:sp>
        <p:nvSpPr>
          <p:cNvPr id="6" name="Content Placeholder 5">
            <a:extLst>
              <a:ext uri="{FF2B5EF4-FFF2-40B4-BE49-F238E27FC236}">
                <a16:creationId xmlns:a16="http://schemas.microsoft.com/office/drawing/2014/main" id="{F12A2399-3353-283B-CC93-7EC3436FBA5B}"/>
              </a:ext>
            </a:extLst>
          </p:cNvPr>
          <p:cNvSpPr>
            <a:spLocks noGrp="1"/>
          </p:cNvSpPr>
          <p:nvPr>
            <p:ph sz="quarter" idx="13"/>
          </p:nvPr>
        </p:nvSpPr>
        <p:spPr>
          <a:xfrm>
            <a:off x="373754" y="1066749"/>
            <a:ext cx="11575437" cy="5417390"/>
          </a:xfrm>
        </p:spPr>
        <p:txBody>
          <a:bodyPr/>
          <a:lstStyle/>
          <a:p>
            <a:r>
              <a:rPr lang="en-US" sz="3200" b="1"/>
              <a:t>Working of  Mini Batch Gradient Descent</a:t>
            </a:r>
            <a:endParaRPr lang="en-US" sz="3200"/>
          </a:p>
          <a:p>
            <a:r>
              <a:rPr lang="en-US" sz="2800">
                <a:ea typeface="+mj-lt"/>
                <a:cs typeface="+mj-lt"/>
              </a:rPr>
              <a:t>Lets take  Dataset of 1000 samples ,20 epochs and</a:t>
            </a:r>
            <a:endParaRPr lang="en-US" sz="2800"/>
          </a:p>
          <a:p>
            <a:r>
              <a:rPr lang="en-US" sz="2800"/>
              <a:t>Batch size 50(50 samples from dataset in 1 batch)</a:t>
            </a:r>
          </a:p>
          <a:p>
            <a:r>
              <a:rPr lang="en-US" sz="2800"/>
              <a:t>No of batches=1000/50  = 20</a:t>
            </a:r>
          </a:p>
          <a:p>
            <a:endParaRPr lang="en-US" sz="2800"/>
          </a:p>
          <a:p>
            <a:r>
              <a:rPr lang="en-US" sz="2800"/>
              <a:t>For every epoch the function will calculate the error and update weight and Bias for all the samples in all batches once to achieve best fit line</a:t>
            </a:r>
          </a:p>
          <a:p>
            <a:endParaRPr lang="en-US" sz="2800" b="1"/>
          </a:p>
          <a:p>
            <a:r>
              <a:rPr lang="en-US" sz="2800"/>
              <a:t>It will take all the batches in every Epochs</a:t>
            </a:r>
          </a:p>
          <a:p>
            <a:r>
              <a:rPr lang="en-US" sz="2800"/>
              <a:t>And updating weight and Bias equal to  (no of epochs*batch size)</a:t>
            </a:r>
          </a:p>
          <a:p>
            <a:r>
              <a:rPr lang="en-US" sz="2800"/>
              <a:t>50*20 = 1000</a:t>
            </a:r>
          </a:p>
          <a:p>
            <a:endParaRPr lang="en-US" sz="2800"/>
          </a:p>
        </p:txBody>
      </p:sp>
    </p:spTree>
    <p:extLst>
      <p:ext uri="{BB962C8B-B14F-4D97-AF65-F5344CB8AC3E}">
        <p14:creationId xmlns:p14="http://schemas.microsoft.com/office/powerpoint/2010/main" val="778869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47223-A893-96A6-F0E7-83F317B9BE5B}"/>
              </a:ext>
            </a:extLst>
          </p:cNvPr>
          <p:cNvSpPr>
            <a:spLocks noGrp="1"/>
          </p:cNvSpPr>
          <p:nvPr>
            <p:ph type="ctrTitle"/>
          </p:nvPr>
        </p:nvSpPr>
        <p:spPr>
          <a:xfrm>
            <a:off x="1474076" y="1359776"/>
            <a:ext cx="9353107" cy="4386792"/>
          </a:xfrm>
        </p:spPr>
        <p:txBody>
          <a:bodyPr vert="horz" lIns="91440" tIns="45720" rIns="91440" bIns="45720" rtlCol="0" anchor="ctr">
            <a:normAutofit/>
          </a:bodyPr>
          <a:lstStyle/>
          <a:p>
            <a:pPr algn="ctr"/>
            <a:r>
              <a:rPr lang="en-US"/>
              <a:t>COMPARISON OF TYPES OF GRADIENT DESCENTS</a:t>
            </a:r>
          </a:p>
        </p:txBody>
      </p:sp>
    </p:spTree>
    <p:extLst>
      <p:ext uri="{BB962C8B-B14F-4D97-AF65-F5344CB8AC3E}">
        <p14:creationId xmlns:p14="http://schemas.microsoft.com/office/powerpoint/2010/main" val="3761678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499839-9666-B983-B7D3-39DC6EED6675}"/>
              </a:ext>
            </a:extLst>
          </p:cNvPr>
          <p:cNvSpPr>
            <a:spLocks noGrp="1"/>
          </p:cNvSpPr>
          <p:nvPr>
            <p:ph type="title"/>
          </p:nvPr>
        </p:nvSpPr>
        <p:spPr>
          <a:xfrm>
            <a:off x="668338" y="734785"/>
            <a:ext cx="10860767" cy="1899558"/>
          </a:xfrm>
        </p:spPr>
        <p:txBody>
          <a:bodyPr/>
          <a:lstStyle/>
          <a:p>
            <a:r>
              <a:rPr lang="en-US"/>
              <a:t>HOW DO THEY DIFFER FROM EACH OTHER?</a:t>
            </a:r>
          </a:p>
        </p:txBody>
      </p:sp>
      <p:graphicFrame>
        <p:nvGraphicFramePr>
          <p:cNvPr id="21" name="Content Placeholder 20">
            <a:extLst>
              <a:ext uri="{FF2B5EF4-FFF2-40B4-BE49-F238E27FC236}">
                <a16:creationId xmlns:a16="http://schemas.microsoft.com/office/drawing/2014/main" id="{3D785F93-265B-FDC1-8BF8-4E99F1BD00D7}"/>
              </a:ext>
            </a:extLst>
          </p:cNvPr>
          <p:cNvGraphicFramePr>
            <a:graphicFrameLocks noGrp="1"/>
          </p:cNvGraphicFramePr>
          <p:nvPr>
            <p:ph sz="quarter" idx="13"/>
            <p:extLst>
              <p:ext uri="{D42A27DB-BD31-4B8C-83A1-F6EECF244321}">
                <p14:modId xmlns:p14="http://schemas.microsoft.com/office/powerpoint/2010/main" val="1506993834"/>
              </p:ext>
            </p:extLst>
          </p:nvPr>
        </p:nvGraphicFramePr>
        <p:xfrm>
          <a:off x="364434" y="3169478"/>
          <a:ext cx="11496836" cy="3340197"/>
        </p:xfrm>
        <a:graphic>
          <a:graphicData uri="http://schemas.openxmlformats.org/drawingml/2006/table">
            <a:tbl>
              <a:tblPr bandRow="1">
                <a:tableStyleId>{5940675A-B579-460E-94D1-54222C63F5DA}</a:tableStyleId>
              </a:tblPr>
              <a:tblGrid>
                <a:gridCol w="2874209">
                  <a:extLst>
                    <a:ext uri="{9D8B030D-6E8A-4147-A177-3AD203B41FA5}">
                      <a16:colId xmlns:a16="http://schemas.microsoft.com/office/drawing/2014/main" val="175289596"/>
                    </a:ext>
                  </a:extLst>
                </a:gridCol>
                <a:gridCol w="2874209">
                  <a:extLst>
                    <a:ext uri="{9D8B030D-6E8A-4147-A177-3AD203B41FA5}">
                      <a16:colId xmlns:a16="http://schemas.microsoft.com/office/drawing/2014/main" val="843435806"/>
                    </a:ext>
                  </a:extLst>
                </a:gridCol>
                <a:gridCol w="2874209">
                  <a:extLst>
                    <a:ext uri="{9D8B030D-6E8A-4147-A177-3AD203B41FA5}">
                      <a16:colId xmlns:a16="http://schemas.microsoft.com/office/drawing/2014/main" val="1049848485"/>
                    </a:ext>
                  </a:extLst>
                </a:gridCol>
                <a:gridCol w="2874209">
                  <a:extLst>
                    <a:ext uri="{9D8B030D-6E8A-4147-A177-3AD203B41FA5}">
                      <a16:colId xmlns:a16="http://schemas.microsoft.com/office/drawing/2014/main" val="3925137878"/>
                    </a:ext>
                  </a:extLst>
                </a:gridCol>
              </a:tblGrid>
              <a:tr h="497476">
                <a:tc>
                  <a:txBody>
                    <a:bodyPr/>
                    <a:lstStyle/>
                    <a:p>
                      <a:pPr>
                        <a:buNone/>
                      </a:pPr>
                      <a:r>
                        <a:rPr lang="en-US" b="0" u="none">
                          <a:solidFill>
                            <a:schemeClr val="accent6">
                              <a:lumMod val="60000"/>
                              <a:lumOff val="40000"/>
                            </a:schemeClr>
                          </a:solidFill>
                        </a:rPr>
                        <a:t>Feature</a:t>
                      </a:r>
                    </a:p>
                  </a:txBody>
                  <a:tcPr anchor="ctr">
                    <a:lnL>
                      <a:noFill/>
                    </a:lnL>
                    <a:lnR>
                      <a:noFill/>
                    </a:lnR>
                    <a:lnT>
                      <a:noFill/>
                    </a:lnT>
                    <a:lnB>
                      <a:noFill/>
                    </a:lnB>
                    <a:noFill/>
                  </a:tcPr>
                </a:tc>
                <a:tc>
                  <a:txBody>
                    <a:bodyPr/>
                    <a:lstStyle/>
                    <a:p>
                      <a:pPr>
                        <a:buNone/>
                      </a:pPr>
                      <a:r>
                        <a:rPr lang="en-US" b="0" u="none">
                          <a:solidFill>
                            <a:schemeClr val="accent6">
                              <a:lumMod val="60000"/>
                              <a:lumOff val="40000"/>
                            </a:schemeClr>
                          </a:solidFill>
                        </a:rPr>
                        <a:t>Batch GD</a:t>
                      </a:r>
                    </a:p>
                  </a:txBody>
                  <a:tcPr anchor="ctr">
                    <a:lnL>
                      <a:noFill/>
                    </a:lnL>
                    <a:lnR>
                      <a:noFill/>
                    </a:lnR>
                    <a:lnT>
                      <a:noFill/>
                    </a:lnT>
                    <a:lnB>
                      <a:noFill/>
                    </a:lnB>
                    <a:noFill/>
                  </a:tcPr>
                </a:tc>
                <a:tc>
                  <a:txBody>
                    <a:bodyPr/>
                    <a:lstStyle/>
                    <a:p>
                      <a:pPr>
                        <a:buNone/>
                      </a:pPr>
                      <a:r>
                        <a:rPr lang="en-US" b="0" u="none">
                          <a:solidFill>
                            <a:schemeClr val="accent6">
                              <a:lumMod val="60000"/>
                              <a:lumOff val="40000"/>
                            </a:schemeClr>
                          </a:solidFill>
                        </a:rPr>
                        <a:t>SGD</a:t>
                      </a:r>
                    </a:p>
                  </a:txBody>
                  <a:tcPr anchor="ctr">
                    <a:lnL>
                      <a:noFill/>
                    </a:lnL>
                    <a:lnR>
                      <a:noFill/>
                    </a:lnR>
                    <a:lnT>
                      <a:noFill/>
                    </a:lnT>
                    <a:lnB>
                      <a:noFill/>
                    </a:lnB>
                    <a:noFill/>
                  </a:tcPr>
                </a:tc>
                <a:tc>
                  <a:txBody>
                    <a:bodyPr/>
                    <a:lstStyle/>
                    <a:p>
                      <a:pPr>
                        <a:buNone/>
                      </a:pPr>
                      <a:r>
                        <a:rPr lang="en-US" b="0" u="none">
                          <a:solidFill>
                            <a:schemeClr val="accent6">
                              <a:lumMod val="60000"/>
                              <a:lumOff val="40000"/>
                            </a:schemeClr>
                          </a:solidFill>
                        </a:rPr>
                        <a:t>Mini-Batch GD</a:t>
                      </a:r>
                    </a:p>
                  </a:txBody>
                  <a:tcPr anchor="ctr">
                    <a:lnL>
                      <a:noFill/>
                    </a:lnL>
                    <a:lnR>
                      <a:noFill/>
                    </a:lnR>
                    <a:lnT>
                      <a:noFill/>
                    </a:lnT>
                    <a:lnB>
                      <a:noFill/>
                    </a:lnB>
                    <a:noFill/>
                  </a:tcPr>
                </a:tc>
                <a:extLst>
                  <a:ext uri="{0D108BD9-81ED-4DB2-BD59-A6C34878D82A}">
                    <a16:rowId xmlns:a16="http://schemas.microsoft.com/office/drawing/2014/main" val="2016279819"/>
                  </a:ext>
                </a:extLst>
              </a:tr>
              <a:tr h="497476">
                <a:tc>
                  <a:txBody>
                    <a:bodyPr/>
                    <a:lstStyle/>
                    <a:p>
                      <a:pPr>
                        <a:buNone/>
                      </a:pPr>
                      <a:r>
                        <a:rPr lang="en-US"/>
                        <a:t>Data per update</a:t>
                      </a:r>
                    </a:p>
                  </a:txBody>
                  <a:tcPr anchor="ctr">
                    <a:lnL>
                      <a:noFill/>
                    </a:lnL>
                    <a:lnR>
                      <a:noFill/>
                    </a:lnR>
                    <a:lnT>
                      <a:noFill/>
                    </a:lnT>
                    <a:lnB>
                      <a:noFill/>
                    </a:lnB>
                    <a:noFill/>
                  </a:tcPr>
                </a:tc>
                <a:tc>
                  <a:txBody>
                    <a:bodyPr/>
                    <a:lstStyle/>
                    <a:p>
                      <a:pPr>
                        <a:buNone/>
                      </a:pPr>
                      <a:r>
                        <a:rPr lang="en-US"/>
                        <a:t>All data</a:t>
                      </a:r>
                    </a:p>
                  </a:txBody>
                  <a:tcPr anchor="ctr">
                    <a:lnL>
                      <a:noFill/>
                    </a:lnL>
                    <a:lnR>
                      <a:noFill/>
                    </a:lnR>
                    <a:lnT>
                      <a:noFill/>
                    </a:lnT>
                    <a:lnB>
                      <a:noFill/>
                    </a:lnB>
                    <a:noFill/>
                  </a:tcPr>
                </a:tc>
                <a:tc>
                  <a:txBody>
                    <a:bodyPr/>
                    <a:lstStyle/>
                    <a:p>
                      <a:pPr>
                        <a:buNone/>
                      </a:pPr>
                      <a:r>
                        <a:rPr lang="en-US"/>
                        <a:t>1 sample</a:t>
                      </a:r>
                    </a:p>
                  </a:txBody>
                  <a:tcPr anchor="ctr">
                    <a:lnL>
                      <a:noFill/>
                    </a:lnL>
                    <a:lnR>
                      <a:noFill/>
                    </a:lnR>
                    <a:lnT>
                      <a:noFill/>
                    </a:lnT>
                    <a:lnB>
                      <a:noFill/>
                    </a:lnB>
                    <a:noFill/>
                  </a:tcPr>
                </a:tc>
                <a:tc>
                  <a:txBody>
                    <a:bodyPr/>
                    <a:lstStyle/>
                    <a:p>
                      <a:pPr>
                        <a:buNone/>
                      </a:pPr>
                      <a:r>
                        <a:rPr lang="en-US"/>
                        <a:t>Few samples</a:t>
                      </a:r>
                    </a:p>
                  </a:txBody>
                  <a:tcPr anchor="ctr">
                    <a:lnL>
                      <a:noFill/>
                    </a:lnL>
                    <a:lnR>
                      <a:noFill/>
                    </a:lnR>
                    <a:lnT>
                      <a:noFill/>
                    </a:lnT>
                    <a:lnB>
                      <a:noFill/>
                    </a:lnB>
                    <a:noFill/>
                  </a:tcPr>
                </a:tc>
                <a:extLst>
                  <a:ext uri="{0D108BD9-81ED-4DB2-BD59-A6C34878D82A}">
                    <a16:rowId xmlns:a16="http://schemas.microsoft.com/office/drawing/2014/main" val="2951246174"/>
                  </a:ext>
                </a:extLst>
              </a:tr>
              <a:tr h="497476">
                <a:tc>
                  <a:txBody>
                    <a:bodyPr/>
                    <a:lstStyle/>
                    <a:p>
                      <a:pPr>
                        <a:buNone/>
                      </a:pPr>
                      <a:r>
                        <a:rPr lang="en-US"/>
                        <a:t>Speed</a:t>
                      </a:r>
                    </a:p>
                  </a:txBody>
                  <a:tcPr anchor="ctr">
                    <a:lnL>
                      <a:noFill/>
                    </a:lnL>
                    <a:lnR>
                      <a:noFill/>
                    </a:lnR>
                    <a:lnT>
                      <a:noFill/>
                    </a:lnT>
                    <a:lnB>
                      <a:noFill/>
                    </a:lnB>
                    <a:noFill/>
                  </a:tcPr>
                </a:tc>
                <a:tc>
                  <a:txBody>
                    <a:bodyPr/>
                    <a:lstStyle/>
                    <a:p>
                      <a:pPr>
                        <a:buNone/>
                      </a:pPr>
                      <a:r>
                        <a:rPr lang="en-US"/>
                        <a:t>Slow</a:t>
                      </a:r>
                    </a:p>
                  </a:txBody>
                  <a:tcPr anchor="ctr">
                    <a:lnL>
                      <a:noFill/>
                    </a:lnL>
                    <a:lnR>
                      <a:noFill/>
                    </a:lnR>
                    <a:lnT>
                      <a:noFill/>
                    </a:lnT>
                    <a:lnB>
                      <a:noFill/>
                    </a:lnB>
                    <a:noFill/>
                  </a:tcPr>
                </a:tc>
                <a:tc>
                  <a:txBody>
                    <a:bodyPr/>
                    <a:lstStyle/>
                    <a:p>
                      <a:pPr>
                        <a:buNone/>
                      </a:pPr>
                      <a:r>
                        <a:rPr lang="en-US"/>
                        <a:t>Fast</a:t>
                      </a:r>
                    </a:p>
                  </a:txBody>
                  <a:tcPr anchor="ctr">
                    <a:lnL>
                      <a:noFill/>
                    </a:lnL>
                    <a:lnR>
                      <a:noFill/>
                    </a:lnR>
                    <a:lnT>
                      <a:noFill/>
                    </a:lnT>
                    <a:lnB>
                      <a:noFill/>
                    </a:lnB>
                    <a:noFill/>
                  </a:tcPr>
                </a:tc>
                <a:tc>
                  <a:txBody>
                    <a:bodyPr/>
                    <a:lstStyle/>
                    <a:p>
                      <a:pPr>
                        <a:buNone/>
                      </a:pPr>
                      <a:r>
                        <a:rPr lang="en-US"/>
                        <a:t>Moderate</a:t>
                      </a:r>
                    </a:p>
                  </a:txBody>
                  <a:tcPr anchor="ctr">
                    <a:lnL>
                      <a:noFill/>
                    </a:lnL>
                    <a:lnR>
                      <a:noFill/>
                    </a:lnR>
                    <a:lnT>
                      <a:noFill/>
                    </a:lnT>
                    <a:lnB>
                      <a:noFill/>
                    </a:lnB>
                    <a:noFill/>
                  </a:tcPr>
                </a:tc>
                <a:extLst>
                  <a:ext uri="{0D108BD9-81ED-4DB2-BD59-A6C34878D82A}">
                    <a16:rowId xmlns:a16="http://schemas.microsoft.com/office/drawing/2014/main" val="3395834922"/>
                  </a:ext>
                </a:extLst>
              </a:tr>
              <a:tr h="497476">
                <a:tc>
                  <a:txBody>
                    <a:bodyPr/>
                    <a:lstStyle/>
                    <a:p>
                      <a:pPr>
                        <a:buNone/>
                      </a:pPr>
                      <a:r>
                        <a:rPr lang="en-US"/>
                        <a:t>Convergence path</a:t>
                      </a:r>
                    </a:p>
                  </a:txBody>
                  <a:tcPr anchor="ctr">
                    <a:lnL>
                      <a:noFill/>
                    </a:lnL>
                    <a:lnR>
                      <a:noFill/>
                    </a:lnR>
                    <a:lnT>
                      <a:noFill/>
                    </a:lnT>
                    <a:lnB>
                      <a:noFill/>
                    </a:lnB>
                    <a:noFill/>
                  </a:tcPr>
                </a:tc>
                <a:tc>
                  <a:txBody>
                    <a:bodyPr/>
                    <a:lstStyle/>
                    <a:p>
                      <a:pPr>
                        <a:buNone/>
                      </a:pPr>
                      <a:r>
                        <a:rPr lang="en-US"/>
                        <a:t>Smooth</a:t>
                      </a:r>
                    </a:p>
                  </a:txBody>
                  <a:tcPr anchor="ctr">
                    <a:lnL>
                      <a:noFill/>
                    </a:lnL>
                    <a:lnR>
                      <a:noFill/>
                    </a:lnR>
                    <a:lnT>
                      <a:noFill/>
                    </a:lnT>
                    <a:lnB>
                      <a:noFill/>
                    </a:lnB>
                    <a:noFill/>
                  </a:tcPr>
                </a:tc>
                <a:tc>
                  <a:txBody>
                    <a:bodyPr/>
                    <a:lstStyle/>
                    <a:p>
                      <a:pPr>
                        <a:buNone/>
                      </a:pPr>
                      <a:r>
                        <a:rPr lang="en-US"/>
                        <a:t>Noisy</a:t>
                      </a:r>
                    </a:p>
                  </a:txBody>
                  <a:tcPr anchor="ctr">
                    <a:lnL>
                      <a:noFill/>
                    </a:lnL>
                    <a:lnR>
                      <a:noFill/>
                    </a:lnR>
                    <a:lnT>
                      <a:noFill/>
                    </a:lnT>
                    <a:lnB>
                      <a:noFill/>
                    </a:lnB>
                    <a:noFill/>
                  </a:tcPr>
                </a:tc>
                <a:tc>
                  <a:txBody>
                    <a:bodyPr/>
                    <a:lstStyle/>
                    <a:p>
                      <a:pPr>
                        <a:buNone/>
                      </a:pPr>
                      <a:r>
                        <a:rPr lang="en-US"/>
                        <a:t>Balanced</a:t>
                      </a:r>
                    </a:p>
                  </a:txBody>
                  <a:tcPr anchor="ctr">
                    <a:lnL>
                      <a:noFill/>
                    </a:lnL>
                    <a:lnR>
                      <a:noFill/>
                    </a:lnR>
                    <a:lnT>
                      <a:noFill/>
                    </a:lnT>
                    <a:lnB>
                      <a:noFill/>
                    </a:lnB>
                    <a:noFill/>
                  </a:tcPr>
                </a:tc>
                <a:extLst>
                  <a:ext uri="{0D108BD9-81ED-4DB2-BD59-A6C34878D82A}">
                    <a16:rowId xmlns:a16="http://schemas.microsoft.com/office/drawing/2014/main" val="411372575"/>
                  </a:ext>
                </a:extLst>
              </a:tr>
              <a:tr h="497476">
                <a:tc>
                  <a:txBody>
                    <a:bodyPr/>
                    <a:lstStyle/>
                    <a:p>
                      <a:pPr>
                        <a:buNone/>
                      </a:pPr>
                      <a:r>
                        <a:rPr lang="en-US"/>
                        <a:t>Memory usage</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Low</a:t>
                      </a:r>
                    </a:p>
                  </a:txBody>
                  <a:tcPr anchor="ctr">
                    <a:lnL>
                      <a:noFill/>
                    </a:lnL>
                    <a:lnR>
                      <a:noFill/>
                    </a:lnR>
                    <a:lnT>
                      <a:noFill/>
                    </a:lnT>
                    <a:lnB>
                      <a:noFill/>
                    </a:lnB>
                    <a:noFill/>
                  </a:tcPr>
                </a:tc>
                <a:tc>
                  <a:txBody>
                    <a:bodyPr/>
                    <a:lstStyle/>
                    <a:p>
                      <a:pPr>
                        <a:buNone/>
                      </a:pPr>
                      <a:r>
                        <a:rPr lang="en-US"/>
                        <a:t>Moderate</a:t>
                      </a:r>
                    </a:p>
                  </a:txBody>
                  <a:tcPr anchor="ctr">
                    <a:lnL>
                      <a:noFill/>
                    </a:lnL>
                    <a:lnR>
                      <a:noFill/>
                    </a:lnR>
                    <a:lnT>
                      <a:noFill/>
                    </a:lnT>
                    <a:lnB>
                      <a:noFill/>
                    </a:lnB>
                    <a:noFill/>
                  </a:tcPr>
                </a:tc>
                <a:extLst>
                  <a:ext uri="{0D108BD9-81ED-4DB2-BD59-A6C34878D82A}">
                    <a16:rowId xmlns:a16="http://schemas.microsoft.com/office/drawing/2014/main" val="905795209"/>
                  </a:ext>
                </a:extLst>
              </a:tr>
              <a:tr h="852817">
                <a:tc>
                  <a:txBody>
                    <a:bodyPr/>
                    <a:lstStyle/>
                    <a:p>
                      <a:pPr>
                        <a:buNone/>
                      </a:pPr>
                      <a:r>
                        <a:rPr lang="en-US"/>
                        <a:t>Use case</a:t>
                      </a:r>
                    </a:p>
                  </a:txBody>
                  <a:tcPr anchor="ctr">
                    <a:lnL>
                      <a:noFill/>
                    </a:lnL>
                    <a:lnR>
                      <a:noFill/>
                    </a:lnR>
                    <a:lnT>
                      <a:noFill/>
                    </a:lnT>
                    <a:lnB>
                      <a:noFill/>
                    </a:lnB>
                    <a:noFill/>
                  </a:tcPr>
                </a:tc>
                <a:tc>
                  <a:txBody>
                    <a:bodyPr/>
                    <a:lstStyle/>
                    <a:p>
                      <a:pPr>
                        <a:buNone/>
                      </a:pPr>
                      <a:r>
                        <a:rPr lang="en-US"/>
                        <a:t>Small datasets</a:t>
                      </a:r>
                    </a:p>
                  </a:txBody>
                  <a:tcPr anchor="ctr">
                    <a:lnL>
                      <a:noFill/>
                    </a:lnL>
                    <a:lnR>
                      <a:noFill/>
                    </a:lnR>
                    <a:lnT>
                      <a:noFill/>
                    </a:lnT>
                    <a:lnB>
                      <a:noFill/>
                    </a:lnB>
                    <a:noFill/>
                  </a:tcPr>
                </a:tc>
                <a:tc>
                  <a:txBody>
                    <a:bodyPr/>
                    <a:lstStyle/>
                    <a:p>
                      <a:pPr>
                        <a:buNone/>
                      </a:pPr>
                      <a:r>
                        <a:rPr lang="en-US"/>
                        <a:t>Very large datasets</a:t>
                      </a:r>
                    </a:p>
                  </a:txBody>
                  <a:tcPr anchor="ctr">
                    <a:lnL>
                      <a:noFill/>
                    </a:lnL>
                    <a:lnR>
                      <a:noFill/>
                    </a:lnR>
                    <a:lnT>
                      <a:noFill/>
                    </a:lnT>
                    <a:lnB>
                      <a:noFill/>
                    </a:lnB>
                    <a:noFill/>
                  </a:tcPr>
                </a:tc>
                <a:tc>
                  <a:txBody>
                    <a:bodyPr/>
                    <a:lstStyle/>
                    <a:p>
                      <a:pPr>
                        <a:buNone/>
                      </a:pPr>
                      <a:r>
                        <a:rPr lang="en-US"/>
                        <a:t>Most practical ML models</a:t>
                      </a:r>
                    </a:p>
                  </a:txBody>
                  <a:tcPr anchor="ctr">
                    <a:lnL>
                      <a:noFill/>
                    </a:lnL>
                    <a:lnR>
                      <a:noFill/>
                    </a:lnR>
                    <a:lnT>
                      <a:noFill/>
                    </a:lnT>
                    <a:lnB>
                      <a:noFill/>
                    </a:lnB>
                    <a:noFill/>
                  </a:tcPr>
                </a:tc>
                <a:extLst>
                  <a:ext uri="{0D108BD9-81ED-4DB2-BD59-A6C34878D82A}">
                    <a16:rowId xmlns:a16="http://schemas.microsoft.com/office/drawing/2014/main" val="387213074"/>
                  </a:ext>
                </a:extLst>
              </a:tr>
            </a:tbl>
          </a:graphicData>
        </a:graphic>
      </p:graphicFrame>
    </p:spTree>
    <p:extLst>
      <p:ext uri="{BB962C8B-B14F-4D97-AF65-F5344CB8AC3E}">
        <p14:creationId xmlns:p14="http://schemas.microsoft.com/office/powerpoint/2010/main" val="987945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8858-37AA-4425-01A1-2C44EE7DBC69}"/>
              </a:ext>
            </a:extLst>
          </p:cNvPr>
          <p:cNvSpPr>
            <a:spLocks noGrp="1"/>
          </p:cNvSpPr>
          <p:nvPr>
            <p:ph type="title"/>
          </p:nvPr>
        </p:nvSpPr>
        <p:spPr/>
        <p:txBody>
          <a:bodyPr/>
          <a:lstStyle/>
          <a:p>
            <a:r>
              <a:rPr lang="en-US"/>
              <a:t>Gradient Descent Code Implementation</a:t>
            </a:r>
          </a:p>
        </p:txBody>
      </p:sp>
      <p:sp>
        <p:nvSpPr>
          <p:cNvPr id="5" name="Content Placeholder 4">
            <a:extLst>
              <a:ext uri="{FF2B5EF4-FFF2-40B4-BE49-F238E27FC236}">
                <a16:creationId xmlns:a16="http://schemas.microsoft.com/office/drawing/2014/main" id="{4B0610C4-257B-B28D-327D-117DD7F4F103}"/>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import pandas as pd</a:t>
            </a:r>
            <a:endParaRPr lang="en-US"/>
          </a:p>
          <a:p>
            <a:pPr marL="0" indent="0">
              <a:buNone/>
            </a:pPr>
            <a:r>
              <a:rPr lang="en-US">
                <a:ea typeface="+mn-lt"/>
                <a:cs typeface="+mn-lt"/>
              </a:rPr>
              <a:t>import </a:t>
            </a:r>
            <a:r>
              <a:rPr lang="en-US" err="1">
                <a:ea typeface="+mn-lt"/>
                <a:cs typeface="+mn-lt"/>
              </a:rPr>
              <a:t>numpy</a:t>
            </a:r>
            <a:r>
              <a:rPr lang="en-US">
                <a:ea typeface="+mn-lt"/>
                <a:cs typeface="+mn-lt"/>
              </a:rPr>
              <a:t> as np</a:t>
            </a:r>
            <a:endParaRPr lang="en-US"/>
          </a:p>
          <a:p>
            <a:pPr marL="0" indent="0">
              <a:buNone/>
            </a:pPr>
            <a:r>
              <a:rPr lang="en-US">
                <a:ea typeface="+mn-lt"/>
                <a:cs typeface="+mn-lt"/>
              </a:rPr>
              <a:t>import </a:t>
            </a:r>
            <a:r>
              <a:rPr lang="en-US" err="1">
                <a:ea typeface="+mn-lt"/>
                <a:cs typeface="+mn-lt"/>
              </a:rPr>
              <a:t>matplotlib.pyplot</a:t>
            </a:r>
            <a:r>
              <a:rPr lang="en-US">
                <a:ea typeface="+mn-lt"/>
                <a:cs typeface="+mn-lt"/>
              </a:rPr>
              <a:t> as </a:t>
            </a:r>
            <a:r>
              <a:rPr lang="en-US" err="1">
                <a:ea typeface="+mn-lt"/>
                <a:cs typeface="+mn-lt"/>
              </a:rPr>
              <a:t>plt</a:t>
            </a:r>
            <a:endParaRPr lang="en-US" err="1"/>
          </a:p>
          <a:p>
            <a:pPr marL="0" indent="0">
              <a:buNone/>
            </a:pPr>
            <a:endParaRPr lang="en-US"/>
          </a:p>
          <a:p>
            <a:pPr marL="0" indent="0">
              <a:buNone/>
            </a:pPr>
            <a:r>
              <a:rPr lang="en-US" sz="2000" b="1" u="sng">
                <a:ea typeface="+mn-lt"/>
                <a:cs typeface="+mn-lt"/>
              </a:rPr>
              <a:t># 1. Load dataset</a:t>
            </a:r>
            <a:endParaRPr lang="en-US" sz="2000"/>
          </a:p>
          <a:p>
            <a:pPr marL="0" indent="0">
              <a:buNone/>
            </a:pPr>
            <a:r>
              <a:rPr lang="en-US">
                <a:ea typeface="+mn-lt"/>
                <a:cs typeface="+mn-lt"/>
              </a:rPr>
              <a:t>data = </a:t>
            </a:r>
            <a:r>
              <a:rPr lang="en-US" err="1">
                <a:ea typeface="+mn-lt"/>
                <a:cs typeface="+mn-lt"/>
              </a:rPr>
              <a:t>pd.read_csv</a:t>
            </a:r>
            <a:r>
              <a:rPr lang="en-US">
                <a:ea typeface="+mn-lt"/>
                <a:cs typeface="+mn-lt"/>
              </a:rPr>
              <a:t>("salary_data.csv")   # Make sure salary_data.csv is in your working directory</a:t>
            </a:r>
            <a:endParaRPr lang="en-US"/>
          </a:p>
          <a:p>
            <a:pPr marL="0" indent="0">
              <a:buNone/>
            </a:pPr>
            <a:r>
              <a:rPr lang="en-US">
                <a:ea typeface="+mn-lt"/>
                <a:cs typeface="+mn-lt"/>
              </a:rPr>
              <a:t>X = data["</a:t>
            </a:r>
            <a:r>
              <a:rPr lang="en-US" err="1">
                <a:ea typeface="+mn-lt"/>
                <a:cs typeface="+mn-lt"/>
              </a:rPr>
              <a:t>YearsExperience</a:t>
            </a:r>
            <a:r>
              <a:rPr lang="en-US">
                <a:ea typeface="+mn-lt"/>
                <a:cs typeface="+mn-lt"/>
              </a:rPr>
              <a:t>"].</a:t>
            </a:r>
            <a:r>
              <a:rPr lang="en-US" err="1">
                <a:ea typeface="+mn-lt"/>
                <a:cs typeface="+mn-lt"/>
              </a:rPr>
              <a:t>values.reshape</a:t>
            </a:r>
            <a:r>
              <a:rPr lang="en-US">
                <a:ea typeface="+mn-lt"/>
                <a:cs typeface="+mn-lt"/>
              </a:rPr>
              <a:t>(-1, 1)</a:t>
            </a:r>
            <a:endParaRPr lang="en-US"/>
          </a:p>
          <a:p>
            <a:pPr marL="0" indent="0">
              <a:buNone/>
            </a:pPr>
            <a:r>
              <a:rPr lang="en-US">
                <a:ea typeface="+mn-lt"/>
                <a:cs typeface="+mn-lt"/>
              </a:rPr>
              <a:t>y = data["Salary"].values</a:t>
            </a:r>
            <a:endParaRPr lang="en-US"/>
          </a:p>
        </p:txBody>
      </p:sp>
    </p:spTree>
    <p:extLst>
      <p:ext uri="{BB962C8B-B14F-4D97-AF65-F5344CB8AC3E}">
        <p14:creationId xmlns:p14="http://schemas.microsoft.com/office/powerpoint/2010/main" val="3958046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BC114-A18E-9FD8-C9FA-97A0044AC337}"/>
              </a:ext>
            </a:extLst>
          </p:cNvPr>
          <p:cNvSpPr>
            <a:spLocks noGrp="1"/>
          </p:cNvSpPr>
          <p:nvPr>
            <p:ph idx="1"/>
          </p:nvPr>
        </p:nvSpPr>
        <p:spPr>
          <a:xfrm>
            <a:off x="794657" y="688678"/>
            <a:ext cx="5971504" cy="5369222"/>
          </a:xfrm>
        </p:spPr>
        <p:txBody>
          <a:bodyPr vert="horz" lIns="91440" tIns="45720" rIns="91440" bIns="45720" rtlCol="0" anchor="t">
            <a:normAutofit fontScale="62500" lnSpcReduction="20000"/>
          </a:bodyPr>
          <a:lstStyle/>
          <a:p>
            <a:pPr marL="0" indent="0">
              <a:lnSpc>
                <a:spcPct val="110000"/>
              </a:lnSpc>
              <a:buNone/>
            </a:pPr>
            <a:r>
              <a:rPr lang="en-US" sz="2300"/>
              <a:t>def </a:t>
            </a:r>
            <a:r>
              <a:rPr lang="en-US" sz="2300" err="1"/>
              <a:t>gradient_descent</a:t>
            </a:r>
            <a:r>
              <a:rPr lang="en-US" sz="2300"/>
              <a:t>(X, y, </a:t>
            </a:r>
            <a:r>
              <a:rPr lang="en-US" sz="2300" err="1"/>
              <a:t>lr</a:t>
            </a:r>
            <a:r>
              <a:rPr lang="en-US" sz="2300"/>
              <a:t>, epochs, </a:t>
            </a:r>
            <a:r>
              <a:rPr lang="en-US" sz="2300" err="1"/>
              <a:t>gd_type</a:t>
            </a:r>
            <a:r>
              <a:rPr lang="en-US" sz="2300"/>
              <a:t>, </a:t>
            </a:r>
            <a:r>
              <a:rPr lang="en-US" sz="2300" err="1"/>
              <a:t>batch_size</a:t>
            </a:r>
            <a:r>
              <a:rPr lang="en-US" sz="2300"/>
              <a:t>):</a:t>
            </a:r>
          </a:p>
          <a:p>
            <a:pPr marL="0" indent="0">
              <a:lnSpc>
                <a:spcPct val="110000"/>
              </a:lnSpc>
              <a:buNone/>
            </a:pPr>
            <a:r>
              <a:rPr lang="en-US" sz="2300"/>
              <a:t>    """</a:t>
            </a:r>
          </a:p>
          <a:p>
            <a:pPr marL="0" indent="0">
              <a:lnSpc>
                <a:spcPct val="110000"/>
              </a:lnSpc>
              <a:buNone/>
            </a:pPr>
            <a:r>
              <a:rPr lang="en-US" sz="2300"/>
              <a:t>    Unified Gradient Descent implementation.</a:t>
            </a:r>
          </a:p>
          <a:p>
            <a:pPr marL="0" indent="0">
              <a:lnSpc>
                <a:spcPct val="110000"/>
              </a:lnSpc>
              <a:buNone/>
            </a:pPr>
            <a:r>
              <a:rPr lang="en-US" sz="2300"/>
              <a:t>    </a:t>
            </a:r>
          </a:p>
          <a:p>
            <a:pPr marL="0" indent="0">
              <a:lnSpc>
                <a:spcPct val="110000"/>
              </a:lnSpc>
              <a:buNone/>
            </a:pPr>
            <a:r>
              <a:rPr lang="en-US" sz="2300"/>
              <a:t>    Parameters:</a:t>
            </a:r>
          </a:p>
          <a:p>
            <a:pPr marL="0" indent="0">
              <a:lnSpc>
                <a:spcPct val="110000"/>
              </a:lnSpc>
              <a:buNone/>
            </a:pPr>
            <a:r>
              <a:rPr lang="en-US" sz="2300"/>
              <a:t>        X         : -&gt; features</a:t>
            </a:r>
          </a:p>
          <a:p>
            <a:pPr marL="0" indent="0">
              <a:lnSpc>
                <a:spcPct val="110000"/>
              </a:lnSpc>
              <a:buNone/>
            </a:pPr>
            <a:r>
              <a:rPr lang="en-US" sz="2300"/>
              <a:t>        y         :  -&gt; target values</a:t>
            </a:r>
          </a:p>
          <a:p>
            <a:pPr marL="0" indent="0">
              <a:lnSpc>
                <a:spcPct val="110000"/>
              </a:lnSpc>
              <a:buNone/>
            </a:pPr>
            <a:r>
              <a:rPr lang="en-US" sz="2300"/>
              <a:t>        </a:t>
            </a:r>
            <a:r>
              <a:rPr lang="en-US" sz="2300" err="1"/>
              <a:t>lr</a:t>
            </a:r>
            <a:r>
              <a:rPr lang="en-US" sz="2300"/>
              <a:t>        : float, learning rate</a:t>
            </a:r>
          </a:p>
          <a:p>
            <a:pPr marL="0" indent="0">
              <a:lnSpc>
                <a:spcPct val="110000"/>
              </a:lnSpc>
              <a:buNone/>
            </a:pPr>
            <a:r>
              <a:rPr lang="en-US" sz="2300"/>
              <a:t>        epochs    : int, number of iterations</a:t>
            </a:r>
          </a:p>
          <a:p>
            <a:pPr marL="0" indent="0">
              <a:lnSpc>
                <a:spcPct val="110000"/>
              </a:lnSpc>
              <a:buNone/>
            </a:pPr>
            <a:r>
              <a:rPr lang="en-US" sz="2300"/>
              <a:t>        </a:t>
            </a:r>
            <a:r>
              <a:rPr lang="en-US" sz="2300" err="1"/>
              <a:t>gd_type</a:t>
            </a:r>
            <a:r>
              <a:rPr lang="en-US" sz="2300"/>
              <a:t>   : str, "batch", "stochastic", or "mini-batch"</a:t>
            </a:r>
          </a:p>
          <a:p>
            <a:pPr marL="0" indent="0">
              <a:lnSpc>
                <a:spcPct val="110000"/>
              </a:lnSpc>
              <a:buNone/>
            </a:pPr>
            <a:r>
              <a:rPr lang="en-US" sz="2300"/>
              <a:t>        </a:t>
            </a:r>
            <a:r>
              <a:rPr lang="en-US" sz="2300" err="1"/>
              <a:t>batch_size</a:t>
            </a:r>
            <a:r>
              <a:rPr lang="en-US" sz="2300"/>
              <a:t>: int, size of mini-batch (used if </a:t>
            </a:r>
            <a:r>
              <a:rPr lang="en-US" sz="2300" err="1"/>
              <a:t>gd_type</a:t>
            </a:r>
            <a:r>
              <a:rPr lang="en-US" sz="2300"/>
              <a:t> == "mini-batch")</a:t>
            </a:r>
          </a:p>
          <a:p>
            <a:pPr marL="0" indent="0">
              <a:lnSpc>
                <a:spcPct val="110000"/>
              </a:lnSpc>
              <a:buNone/>
            </a:pPr>
            <a:r>
              <a:rPr lang="en-US" sz="2300"/>
              <a:t>    </a:t>
            </a:r>
          </a:p>
          <a:p>
            <a:pPr marL="0" indent="0">
              <a:lnSpc>
                <a:spcPct val="110000"/>
              </a:lnSpc>
              <a:buNone/>
            </a:pPr>
            <a:r>
              <a:rPr lang="en-US" sz="2300"/>
              <a:t>    Returns:</a:t>
            </a:r>
          </a:p>
          <a:p>
            <a:pPr marL="0" indent="0">
              <a:lnSpc>
                <a:spcPct val="110000"/>
              </a:lnSpc>
              <a:buNone/>
            </a:pPr>
            <a:r>
              <a:rPr lang="en-US" sz="2300"/>
              <a:t>        w, b      : final weight and bias for lowest loss</a:t>
            </a:r>
          </a:p>
          <a:p>
            <a:pPr marL="0" indent="0">
              <a:lnSpc>
                <a:spcPct val="110000"/>
              </a:lnSpc>
              <a:buNone/>
            </a:pPr>
            <a:r>
              <a:rPr lang="en-US" sz="2300"/>
              <a:t>    """</a:t>
            </a:r>
            <a:r>
              <a:rPr lang="en-US"/>
              <a:t> </a:t>
            </a:r>
          </a:p>
        </p:txBody>
      </p:sp>
      <p:sp>
        <p:nvSpPr>
          <p:cNvPr id="4" name="TextBox 3">
            <a:extLst>
              <a:ext uri="{FF2B5EF4-FFF2-40B4-BE49-F238E27FC236}">
                <a16:creationId xmlns:a16="http://schemas.microsoft.com/office/drawing/2014/main" id="{89F0FCC6-D6D1-09E5-3E49-512CD3FE2F08}"/>
              </a:ext>
            </a:extLst>
          </p:cNvPr>
          <p:cNvSpPr txBox="1"/>
          <p:nvPr/>
        </p:nvSpPr>
        <p:spPr>
          <a:xfrm>
            <a:off x="6940659" y="879693"/>
            <a:ext cx="4464843" cy="23339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10000"/>
              </a:lnSpc>
              <a:spcBef>
                <a:spcPts val="1000"/>
              </a:spcBef>
            </a:pPr>
            <a:r>
              <a:rPr lang="en-US" sz="1600"/>
              <a:t>#1) </a:t>
            </a:r>
          </a:p>
          <a:p>
            <a:pPr>
              <a:lnSpc>
                <a:spcPct val="110000"/>
              </a:lnSpc>
              <a:spcBef>
                <a:spcPts val="1000"/>
              </a:spcBef>
            </a:pPr>
            <a:r>
              <a:rPr lang="en-US" sz="1200"/>
              <a:t>    m = </a:t>
            </a:r>
            <a:r>
              <a:rPr lang="en-US" sz="1200" err="1"/>
              <a:t>len</a:t>
            </a:r>
            <a:r>
              <a:rPr lang="en-US" sz="1200"/>
              <a:t>(y)                  # number of samples</a:t>
            </a:r>
          </a:p>
          <a:p>
            <a:pPr>
              <a:lnSpc>
                <a:spcPct val="110000"/>
              </a:lnSpc>
              <a:spcBef>
                <a:spcPts val="1000"/>
              </a:spcBef>
            </a:pPr>
            <a:r>
              <a:rPr lang="en-US" sz="1200"/>
              <a:t>    w, b = 0.0, 0.0             # initialize parameters</a:t>
            </a:r>
          </a:p>
          <a:p>
            <a:pPr>
              <a:lnSpc>
                <a:spcPct val="110000"/>
              </a:lnSpc>
              <a:spcBef>
                <a:spcPts val="1000"/>
              </a:spcBef>
            </a:pPr>
            <a:r>
              <a:rPr lang="en-US" sz="1200"/>
              <a:t>    </a:t>
            </a:r>
          </a:p>
          <a:p>
            <a:pPr>
              <a:lnSpc>
                <a:spcPct val="110000"/>
              </a:lnSpc>
              <a:spcBef>
                <a:spcPts val="1000"/>
              </a:spcBef>
            </a:pPr>
            <a:r>
              <a:rPr lang="en-US" sz="1200"/>
              <a:t>    X = </a:t>
            </a:r>
            <a:r>
              <a:rPr lang="en-US" sz="1200" err="1"/>
              <a:t>X.reshape</a:t>
            </a:r>
            <a:r>
              <a:rPr lang="en-US" sz="1200"/>
              <a:t>(-1)           # ensure 1D</a:t>
            </a:r>
          </a:p>
          <a:p>
            <a:pPr>
              <a:lnSpc>
                <a:spcPct val="130000"/>
              </a:lnSpc>
              <a:spcBef>
                <a:spcPts val="1000"/>
              </a:spcBef>
            </a:pPr>
            <a:r>
              <a:rPr lang="en-US" sz="1200"/>
              <a:t>    y = </a:t>
            </a:r>
            <a:r>
              <a:rPr lang="en-US" sz="1200" err="1"/>
              <a:t>y.reshape</a:t>
            </a:r>
            <a:r>
              <a:rPr lang="en-US" sz="1200"/>
              <a:t>(-1)           # ensure 1D</a:t>
            </a:r>
          </a:p>
          <a:p>
            <a:pPr algn="l"/>
            <a:endParaRPr lang="en-US"/>
          </a:p>
        </p:txBody>
      </p:sp>
      <p:sp>
        <p:nvSpPr>
          <p:cNvPr id="5" name="TextBox 4">
            <a:extLst>
              <a:ext uri="{FF2B5EF4-FFF2-40B4-BE49-F238E27FC236}">
                <a16:creationId xmlns:a16="http://schemas.microsoft.com/office/drawing/2014/main" id="{2C4792C2-659E-0D3A-DB4F-E3D2DB839A69}"/>
              </a:ext>
            </a:extLst>
          </p:cNvPr>
          <p:cNvSpPr txBox="1"/>
          <p:nvPr/>
        </p:nvSpPr>
        <p:spPr>
          <a:xfrm>
            <a:off x="6772055" y="2989563"/>
            <a:ext cx="483489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mn-lt"/>
              <a:cs typeface="+mn-lt"/>
            </a:endParaRPr>
          </a:p>
          <a:p>
            <a:r>
              <a:rPr lang="en-US">
                <a:ea typeface="+mn-lt"/>
                <a:cs typeface="+mn-lt"/>
              </a:rPr>
              <a:t>#2) loop for iterations for calculation of weight and loss</a:t>
            </a:r>
          </a:p>
          <a:p>
            <a:endParaRPr lang="en-US">
              <a:ea typeface="+mn-lt"/>
              <a:cs typeface="+mn-lt"/>
            </a:endParaRPr>
          </a:p>
          <a:p>
            <a:r>
              <a:rPr lang="en-US">
                <a:ea typeface="+mn-lt"/>
                <a:cs typeface="+mn-lt"/>
              </a:rPr>
              <a:t>for epoch in range(epochs):</a:t>
            </a:r>
            <a:endParaRPr lang="en-US"/>
          </a:p>
          <a:p>
            <a:r>
              <a:rPr lang="en-US">
                <a:ea typeface="+mn-lt"/>
                <a:cs typeface="+mn-lt"/>
              </a:rPr>
              <a:t>        if </a:t>
            </a:r>
            <a:r>
              <a:rPr lang="en-US" err="1">
                <a:ea typeface="+mn-lt"/>
                <a:cs typeface="+mn-lt"/>
              </a:rPr>
              <a:t>gd_type</a:t>
            </a:r>
            <a:r>
              <a:rPr lang="en-US">
                <a:ea typeface="+mn-lt"/>
                <a:cs typeface="+mn-lt"/>
              </a:rPr>
              <a:t> == "batch":</a:t>
            </a:r>
            <a:endParaRPr lang="en-US"/>
          </a:p>
          <a:p>
            <a:r>
              <a:rPr lang="en-US">
                <a:ea typeface="+mn-lt"/>
                <a:cs typeface="+mn-lt"/>
              </a:rPr>
              <a:t>            # Use all data for gradient</a:t>
            </a:r>
            <a:endParaRPr lang="en-US"/>
          </a:p>
          <a:p>
            <a:r>
              <a:rPr lang="en-US">
                <a:ea typeface="+mn-lt"/>
                <a:cs typeface="+mn-lt"/>
              </a:rPr>
              <a:t>            </a:t>
            </a:r>
            <a:r>
              <a:rPr lang="en-US" err="1">
                <a:ea typeface="+mn-lt"/>
                <a:cs typeface="+mn-lt"/>
              </a:rPr>
              <a:t>y_pred</a:t>
            </a:r>
            <a:r>
              <a:rPr lang="en-US">
                <a:ea typeface="+mn-lt"/>
                <a:cs typeface="+mn-lt"/>
              </a:rPr>
              <a:t> = w * X + b</a:t>
            </a:r>
            <a:endParaRPr lang="en-US"/>
          </a:p>
          <a:p>
            <a:r>
              <a:rPr lang="en-US">
                <a:ea typeface="+mn-lt"/>
                <a:cs typeface="+mn-lt"/>
              </a:rPr>
              <a:t>            </a:t>
            </a:r>
            <a:r>
              <a:rPr lang="en-US" err="1">
                <a:ea typeface="+mn-lt"/>
                <a:cs typeface="+mn-lt"/>
              </a:rPr>
              <a:t>dw</a:t>
            </a:r>
            <a:r>
              <a:rPr lang="en-US">
                <a:ea typeface="+mn-lt"/>
                <a:cs typeface="+mn-lt"/>
              </a:rPr>
              <a:t> = -(2/m) * </a:t>
            </a:r>
            <a:r>
              <a:rPr lang="en-US" err="1">
                <a:ea typeface="+mn-lt"/>
                <a:cs typeface="+mn-lt"/>
              </a:rPr>
              <a:t>np.sum</a:t>
            </a:r>
            <a:r>
              <a:rPr lang="en-US">
                <a:ea typeface="+mn-lt"/>
                <a:cs typeface="+mn-lt"/>
              </a:rPr>
              <a:t>(X * (y - </a:t>
            </a:r>
            <a:r>
              <a:rPr lang="en-US" err="1">
                <a:ea typeface="+mn-lt"/>
                <a:cs typeface="+mn-lt"/>
              </a:rPr>
              <a:t>y_pred</a:t>
            </a:r>
            <a:r>
              <a:rPr lang="en-US">
                <a:ea typeface="+mn-lt"/>
                <a:cs typeface="+mn-lt"/>
              </a:rPr>
              <a:t>))</a:t>
            </a:r>
            <a:endParaRPr lang="en-US"/>
          </a:p>
          <a:p>
            <a:r>
              <a:rPr lang="en-US">
                <a:ea typeface="+mn-lt"/>
                <a:cs typeface="+mn-lt"/>
              </a:rPr>
              <a:t>            </a:t>
            </a:r>
            <a:r>
              <a:rPr lang="en-US" err="1">
                <a:ea typeface="+mn-lt"/>
                <a:cs typeface="+mn-lt"/>
              </a:rPr>
              <a:t>db</a:t>
            </a:r>
            <a:r>
              <a:rPr lang="en-US">
                <a:ea typeface="+mn-lt"/>
                <a:cs typeface="+mn-lt"/>
              </a:rPr>
              <a:t> = -(2/m) * </a:t>
            </a:r>
            <a:r>
              <a:rPr lang="en-US" err="1">
                <a:ea typeface="+mn-lt"/>
                <a:cs typeface="+mn-lt"/>
              </a:rPr>
              <a:t>np.sum</a:t>
            </a:r>
            <a:r>
              <a:rPr lang="en-US">
                <a:ea typeface="+mn-lt"/>
                <a:cs typeface="+mn-lt"/>
              </a:rPr>
              <a:t>(y - </a:t>
            </a:r>
            <a:r>
              <a:rPr lang="en-US" err="1">
                <a:ea typeface="+mn-lt"/>
                <a:cs typeface="+mn-lt"/>
              </a:rPr>
              <a:t>y_pred</a:t>
            </a:r>
            <a:r>
              <a:rPr lang="en-US">
                <a:ea typeface="+mn-lt"/>
                <a:cs typeface="+mn-lt"/>
              </a:rPr>
              <a:t>)</a:t>
            </a:r>
            <a:endParaRPr lang="en-US"/>
          </a:p>
          <a:p>
            <a:r>
              <a:rPr lang="en-US">
                <a:ea typeface="+mn-lt"/>
                <a:cs typeface="+mn-lt"/>
              </a:rPr>
              <a:t>            w -= </a:t>
            </a:r>
            <a:r>
              <a:rPr lang="en-US" err="1">
                <a:ea typeface="+mn-lt"/>
                <a:cs typeface="+mn-lt"/>
              </a:rPr>
              <a:t>lr</a:t>
            </a:r>
            <a:r>
              <a:rPr lang="en-US">
                <a:ea typeface="+mn-lt"/>
                <a:cs typeface="+mn-lt"/>
              </a:rPr>
              <a:t> * </a:t>
            </a:r>
            <a:r>
              <a:rPr lang="en-US" err="1">
                <a:ea typeface="+mn-lt"/>
                <a:cs typeface="+mn-lt"/>
              </a:rPr>
              <a:t>dw</a:t>
            </a:r>
            <a:endParaRPr lang="en-US" err="1"/>
          </a:p>
          <a:p>
            <a:r>
              <a:rPr lang="en-US">
                <a:ea typeface="+mn-lt"/>
                <a:cs typeface="+mn-lt"/>
              </a:rPr>
              <a:t>            b -= </a:t>
            </a:r>
            <a:r>
              <a:rPr lang="en-US" err="1">
                <a:ea typeface="+mn-lt"/>
                <a:cs typeface="+mn-lt"/>
              </a:rPr>
              <a:t>lr</a:t>
            </a:r>
            <a:r>
              <a:rPr lang="en-US">
                <a:ea typeface="+mn-lt"/>
                <a:cs typeface="+mn-lt"/>
              </a:rPr>
              <a:t> * </a:t>
            </a:r>
            <a:r>
              <a:rPr lang="en-US" err="1">
                <a:ea typeface="+mn-lt"/>
                <a:cs typeface="+mn-lt"/>
              </a:rPr>
              <a:t>db</a:t>
            </a:r>
            <a:endParaRPr lang="en-US" err="1"/>
          </a:p>
        </p:txBody>
      </p:sp>
    </p:spTree>
    <p:extLst>
      <p:ext uri="{BB962C8B-B14F-4D97-AF65-F5344CB8AC3E}">
        <p14:creationId xmlns:p14="http://schemas.microsoft.com/office/powerpoint/2010/main" val="3331803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2DA139-E549-AAC9-569C-5090E3729689}"/>
              </a:ext>
            </a:extLst>
          </p:cNvPr>
          <p:cNvSpPr>
            <a:spLocks noGrp="1"/>
          </p:cNvSpPr>
          <p:nvPr>
            <p:ph idx="1"/>
          </p:nvPr>
        </p:nvSpPr>
        <p:spPr>
          <a:xfrm>
            <a:off x="418036" y="452196"/>
            <a:ext cx="4132193" cy="5448049"/>
          </a:xfrm>
        </p:spPr>
        <p:txBody>
          <a:bodyPr vert="horz" lIns="91440" tIns="45720" rIns="91440" bIns="45720" rtlCol="0" anchor="t">
            <a:normAutofit/>
          </a:bodyPr>
          <a:lstStyle/>
          <a:p>
            <a:pPr>
              <a:buNone/>
            </a:pPr>
            <a:r>
              <a:rPr lang="en-US" sz="1800">
                <a:ea typeface="+mn-lt"/>
                <a:cs typeface="+mn-lt"/>
              </a:rPr>
              <a:t>   #for stochastic batch gradient     </a:t>
            </a:r>
          </a:p>
          <a:p>
            <a:pPr>
              <a:buNone/>
            </a:pPr>
            <a:r>
              <a:rPr lang="en-US" sz="1800" err="1">
                <a:ea typeface="+mn-lt"/>
                <a:cs typeface="+mn-lt"/>
              </a:rPr>
              <a:t>elif</a:t>
            </a:r>
            <a:r>
              <a:rPr lang="en-US" sz="1800">
                <a:ea typeface="+mn-lt"/>
                <a:cs typeface="+mn-lt"/>
              </a:rPr>
              <a:t> </a:t>
            </a:r>
            <a:r>
              <a:rPr lang="en-US" sz="1800" err="1">
                <a:ea typeface="+mn-lt"/>
                <a:cs typeface="+mn-lt"/>
              </a:rPr>
              <a:t>gd_type</a:t>
            </a:r>
            <a:r>
              <a:rPr lang="en-US" sz="1800">
                <a:ea typeface="+mn-lt"/>
                <a:cs typeface="+mn-lt"/>
              </a:rPr>
              <a:t> == "stochastic":</a:t>
            </a:r>
            <a:endParaRPr lang="en-US" sz="1800"/>
          </a:p>
          <a:p>
            <a:pPr>
              <a:buNone/>
            </a:pPr>
            <a:r>
              <a:rPr lang="en-US" sz="1800">
                <a:ea typeface="+mn-lt"/>
                <a:cs typeface="+mn-lt"/>
              </a:rPr>
              <a:t>            # Loop over each sample</a:t>
            </a:r>
            <a:endParaRPr lang="en-US" sz="1800"/>
          </a:p>
          <a:p>
            <a:pPr>
              <a:buNone/>
            </a:pPr>
            <a:r>
              <a:rPr lang="en-US" sz="1800">
                <a:ea typeface="+mn-lt"/>
                <a:cs typeface="+mn-lt"/>
              </a:rPr>
              <a:t>            for </a:t>
            </a:r>
            <a:r>
              <a:rPr lang="en-US" sz="1800" err="1">
                <a:ea typeface="+mn-lt"/>
                <a:cs typeface="+mn-lt"/>
              </a:rPr>
              <a:t>i</a:t>
            </a:r>
            <a:r>
              <a:rPr lang="en-US" sz="1800">
                <a:ea typeface="+mn-lt"/>
                <a:cs typeface="+mn-lt"/>
              </a:rPr>
              <a:t> in range(m):</a:t>
            </a:r>
            <a:endParaRPr lang="en-US" sz="1800"/>
          </a:p>
          <a:p>
            <a:pPr>
              <a:buNone/>
            </a:pPr>
            <a:r>
              <a:rPr lang="en-US" sz="1800">
                <a:ea typeface="+mn-lt"/>
                <a:cs typeface="+mn-lt"/>
              </a:rPr>
              <a:t>                xi, </a:t>
            </a:r>
            <a:r>
              <a:rPr lang="en-US" sz="1800" err="1">
                <a:ea typeface="+mn-lt"/>
                <a:cs typeface="+mn-lt"/>
              </a:rPr>
              <a:t>yi</a:t>
            </a:r>
            <a:r>
              <a:rPr lang="en-US" sz="1800">
                <a:ea typeface="+mn-lt"/>
                <a:cs typeface="+mn-lt"/>
              </a:rPr>
              <a:t> = X[</a:t>
            </a:r>
            <a:r>
              <a:rPr lang="en-US" sz="1800" err="1">
                <a:ea typeface="+mn-lt"/>
                <a:cs typeface="+mn-lt"/>
              </a:rPr>
              <a:t>i</a:t>
            </a:r>
            <a:r>
              <a:rPr lang="en-US" sz="1800">
                <a:ea typeface="+mn-lt"/>
                <a:cs typeface="+mn-lt"/>
              </a:rPr>
              <a:t>], y[</a:t>
            </a:r>
            <a:r>
              <a:rPr lang="en-US" sz="1800" err="1">
                <a:ea typeface="+mn-lt"/>
                <a:cs typeface="+mn-lt"/>
              </a:rPr>
              <a:t>i</a:t>
            </a:r>
            <a:r>
              <a:rPr lang="en-US" sz="1800">
                <a:ea typeface="+mn-lt"/>
                <a:cs typeface="+mn-lt"/>
              </a:rPr>
              <a:t>]</a:t>
            </a:r>
            <a:endParaRPr lang="en-US" sz="1800"/>
          </a:p>
          <a:p>
            <a:pPr>
              <a:buNone/>
            </a:pPr>
            <a:r>
              <a:rPr lang="en-US" sz="1800">
                <a:ea typeface="+mn-lt"/>
                <a:cs typeface="+mn-lt"/>
              </a:rPr>
              <a:t>                </a:t>
            </a:r>
            <a:r>
              <a:rPr lang="en-US" sz="1800" err="1">
                <a:ea typeface="+mn-lt"/>
                <a:cs typeface="+mn-lt"/>
              </a:rPr>
              <a:t>y_pred</a:t>
            </a:r>
            <a:r>
              <a:rPr lang="en-US" sz="1800">
                <a:ea typeface="+mn-lt"/>
                <a:cs typeface="+mn-lt"/>
              </a:rPr>
              <a:t> = w * xi + b</a:t>
            </a:r>
            <a:endParaRPr lang="en-US" sz="1800"/>
          </a:p>
          <a:p>
            <a:pPr>
              <a:buNone/>
            </a:pPr>
            <a:r>
              <a:rPr lang="en-US" sz="1800">
                <a:ea typeface="+mn-lt"/>
                <a:cs typeface="+mn-lt"/>
              </a:rPr>
              <a:t>                </a:t>
            </a:r>
            <a:r>
              <a:rPr lang="en-US" sz="1800" err="1">
                <a:ea typeface="+mn-lt"/>
                <a:cs typeface="+mn-lt"/>
              </a:rPr>
              <a:t>dw</a:t>
            </a:r>
            <a:r>
              <a:rPr lang="en-US" sz="1800">
                <a:ea typeface="+mn-lt"/>
                <a:cs typeface="+mn-lt"/>
              </a:rPr>
              <a:t> = -(2) * xi * (</a:t>
            </a:r>
            <a:r>
              <a:rPr lang="en-US" sz="1800" err="1">
                <a:ea typeface="+mn-lt"/>
                <a:cs typeface="+mn-lt"/>
              </a:rPr>
              <a:t>yi</a:t>
            </a:r>
            <a:r>
              <a:rPr lang="en-US" sz="1800">
                <a:ea typeface="+mn-lt"/>
                <a:cs typeface="+mn-lt"/>
              </a:rPr>
              <a:t> - </a:t>
            </a:r>
            <a:r>
              <a:rPr lang="en-US" sz="1800" err="1">
                <a:ea typeface="+mn-lt"/>
                <a:cs typeface="+mn-lt"/>
              </a:rPr>
              <a:t>y_pred</a:t>
            </a:r>
            <a:r>
              <a:rPr lang="en-US" sz="1800">
                <a:ea typeface="+mn-lt"/>
                <a:cs typeface="+mn-lt"/>
              </a:rPr>
              <a:t>)</a:t>
            </a:r>
            <a:endParaRPr lang="en-US" sz="1800"/>
          </a:p>
          <a:p>
            <a:pPr>
              <a:buNone/>
            </a:pPr>
            <a:r>
              <a:rPr lang="en-US" sz="1800">
                <a:ea typeface="+mn-lt"/>
                <a:cs typeface="+mn-lt"/>
              </a:rPr>
              <a:t>                </a:t>
            </a:r>
            <a:r>
              <a:rPr lang="en-US" sz="1800" err="1">
                <a:ea typeface="+mn-lt"/>
                <a:cs typeface="+mn-lt"/>
              </a:rPr>
              <a:t>db</a:t>
            </a:r>
            <a:r>
              <a:rPr lang="en-US" sz="1800">
                <a:ea typeface="+mn-lt"/>
                <a:cs typeface="+mn-lt"/>
              </a:rPr>
              <a:t> = -(2) * (</a:t>
            </a:r>
            <a:r>
              <a:rPr lang="en-US" sz="1800" err="1">
                <a:ea typeface="+mn-lt"/>
                <a:cs typeface="+mn-lt"/>
              </a:rPr>
              <a:t>yi</a:t>
            </a:r>
            <a:r>
              <a:rPr lang="en-US" sz="1800">
                <a:ea typeface="+mn-lt"/>
                <a:cs typeface="+mn-lt"/>
              </a:rPr>
              <a:t> - </a:t>
            </a:r>
            <a:r>
              <a:rPr lang="en-US" sz="1800" err="1">
                <a:ea typeface="+mn-lt"/>
                <a:cs typeface="+mn-lt"/>
              </a:rPr>
              <a:t>y_pred</a:t>
            </a:r>
            <a:r>
              <a:rPr lang="en-US" sz="1800">
                <a:ea typeface="+mn-lt"/>
                <a:cs typeface="+mn-lt"/>
              </a:rPr>
              <a:t>)</a:t>
            </a:r>
            <a:endParaRPr lang="en-US" sz="1800"/>
          </a:p>
          <a:p>
            <a:pPr>
              <a:buNone/>
            </a:pPr>
            <a:r>
              <a:rPr lang="en-US" sz="1800">
                <a:ea typeface="+mn-lt"/>
                <a:cs typeface="+mn-lt"/>
              </a:rPr>
              <a:t>                w -= </a:t>
            </a:r>
            <a:r>
              <a:rPr lang="en-US" sz="1800" err="1">
                <a:ea typeface="+mn-lt"/>
                <a:cs typeface="+mn-lt"/>
              </a:rPr>
              <a:t>lr</a:t>
            </a:r>
            <a:r>
              <a:rPr lang="en-US" sz="1800">
                <a:ea typeface="+mn-lt"/>
                <a:cs typeface="+mn-lt"/>
              </a:rPr>
              <a:t> * </a:t>
            </a:r>
            <a:r>
              <a:rPr lang="en-US" sz="1800" err="1">
                <a:ea typeface="+mn-lt"/>
                <a:cs typeface="+mn-lt"/>
              </a:rPr>
              <a:t>dw</a:t>
            </a:r>
            <a:endParaRPr lang="en-US" sz="1800"/>
          </a:p>
          <a:p>
            <a:pPr marL="0" indent="0">
              <a:buNone/>
            </a:pPr>
            <a:r>
              <a:rPr lang="en-US" sz="1800">
                <a:ea typeface="+mn-lt"/>
                <a:cs typeface="+mn-lt"/>
              </a:rPr>
              <a:t>                b -= </a:t>
            </a:r>
            <a:r>
              <a:rPr lang="en-US" sz="1800" err="1">
                <a:ea typeface="+mn-lt"/>
                <a:cs typeface="+mn-lt"/>
              </a:rPr>
              <a:t>lr</a:t>
            </a:r>
            <a:r>
              <a:rPr lang="en-US" sz="1800">
                <a:ea typeface="+mn-lt"/>
                <a:cs typeface="+mn-lt"/>
              </a:rPr>
              <a:t> * </a:t>
            </a:r>
            <a:r>
              <a:rPr lang="en-US" sz="1800" err="1">
                <a:ea typeface="+mn-lt"/>
                <a:cs typeface="+mn-lt"/>
              </a:rPr>
              <a:t>db</a:t>
            </a:r>
            <a:endParaRPr lang="en-US" sz="1800" err="1"/>
          </a:p>
        </p:txBody>
      </p:sp>
      <p:sp>
        <p:nvSpPr>
          <p:cNvPr id="4" name="TextBox 3">
            <a:extLst>
              <a:ext uri="{FF2B5EF4-FFF2-40B4-BE49-F238E27FC236}">
                <a16:creationId xmlns:a16="http://schemas.microsoft.com/office/drawing/2014/main" id="{7FD7D27D-91E1-4CD1-E531-40A6A5E5C60B}"/>
              </a:ext>
            </a:extLst>
          </p:cNvPr>
          <p:cNvSpPr txBox="1"/>
          <p:nvPr/>
        </p:nvSpPr>
        <p:spPr>
          <a:xfrm>
            <a:off x="4169103" y="845343"/>
            <a:ext cx="7693626"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#for mini batch gradient descent</a:t>
            </a:r>
            <a:endParaRPr lang="en-US"/>
          </a:p>
          <a:p>
            <a:endParaRPr lang="en-US">
              <a:ea typeface="+mn-lt"/>
              <a:cs typeface="+mn-lt"/>
            </a:endParaRPr>
          </a:p>
          <a:p>
            <a:r>
              <a:rPr lang="en-US" err="1">
                <a:ea typeface="+mn-lt"/>
                <a:cs typeface="+mn-lt"/>
              </a:rPr>
              <a:t>elif</a:t>
            </a:r>
            <a:r>
              <a:rPr lang="en-US">
                <a:ea typeface="+mn-lt"/>
                <a:cs typeface="+mn-lt"/>
              </a:rPr>
              <a:t> </a:t>
            </a:r>
            <a:r>
              <a:rPr lang="en-US" err="1">
                <a:ea typeface="+mn-lt"/>
                <a:cs typeface="+mn-lt"/>
              </a:rPr>
              <a:t>gd_type</a:t>
            </a:r>
            <a:r>
              <a:rPr lang="en-US">
                <a:ea typeface="+mn-lt"/>
                <a:cs typeface="+mn-lt"/>
              </a:rPr>
              <a:t> == "mini-batch":</a:t>
            </a:r>
            <a:endParaRPr lang="en-US"/>
          </a:p>
          <a:p>
            <a:r>
              <a:rPr lang="en-US">
                <a:ea typeface="+mn-lt"/>
                <a:cs typeface="+mn-lt"/>
              </a:rPr>
              <a:t>            # Shuffle indices</a:t>
            </a:r>
            <a:endParaRPr lang="en-US"/>
          </a:p>
          <a:p>
            <a:r>
              <a:rPr lang="en-US">
                <a:ea typeface="+mn-lt"/>
                <a:cs typeface="+mn-lt"/>
              </a:rPr>
              <a:t>            indices = </a:t>
            </a:r>
            <a:r>
              <a:rPr lang="en-US" err="1">
                <a:ea typeface="+mn-lt"/>
                <a:cs typeface="+mn-lt"/>
              </a:rPr>
              <a:t>np.random.permutation</a:t>
            </a:r>
            <a:r>
              <a:rPr lang="en-US">
                <a:ea typeface="+mn-lt"/>
                <a:cs typeface="+mn-lt"/>
              </a:rPr>
              <a:t>(m)</a:t>
            </a:r>
            <a:endParaRPr lang="en-US"/>
          </a:p>
          <a:p>
            <a:r>
              <a:rPr lang="en-US">
                <a:ea typeface="+mn-lt"/>
                <a:cs typeface="+mn-lt"/>
              </a:rPr>
              <a:t>            </a:t>
            </a:r>
            <a:r>
              <a:rPr lang="en-US" err="1">
                <a:ea typeface="+mn-lt"/>
                <a:cs typeface="+mn-lt"/>
              </a:rPr>
              <a:t>X_shuffled</a:t>
            </a:r>
            <a:r>
              <a:rPr lang="en-US">
                <a:ea typeface="+mn-lt"/>
                <a:cs typeface="+mn-lt"/>
              </a:rPr>
              <a:t>, </a:t>
            </a:r>
            <a:r>
              <a:rPr lang="en-US" err="1">
                <a:ea typeface="+mn-lt"/>
                <a:cs typeface="+mn-lt"/>
              </a:rPr>
              <a:t>y_shuffled</a:t>
            </a:r>
            <a:r>
              <a:rPr lang="en-US">
                <a:ea typeface="+mn-lt"/>
                <a:cs typeface="+mn-lt"/>
              </a:rPr>
              <a:t> = X[indices], y[indices]</a:t>
            </a:r>
            <a:endParaRPr lang="en-US"/>
          </a:p>
          <a:p>
            <a:r>
              <a:rPr lang="en-US">
                <a:ea typeface="+mn-lt"/>
                <a:cs typeface="+mn-lt"/>
              </a:rPr>
              <a:t>            </a:t>
            </a:r>
            <a:endParaRPr lang="en-US"/>
          </a:p>
          <a:p>
            <a:r>
              <a:rPr lang="en-US">
                <a:ea typeface="+mn-lt"/>
                <a:cs typeface="+mn-lt"/>
              </a:rPr>
              <a:t>            for </a:t>
            </a:r>
            <a:r>
              <a:rPr lang="en-US" err="1">
                <a:ea typeface="+mn-lt"/>
                <a:cs typeface="+mn-lt"/>
              </a:rPr>
              <a:t>i</a:t>
            </a:r>
            <a:r>
              <a:rPr lang="en-US">
                <a:ea typeface="+mn-lt"/>
                <a:cs typeface="+mn-lt"/>
              </a:rPr>
              <a:t> in range(0, m, </a:t>
            </a:r>
            <a:r>
              <a:rPr lang="en-US" err="1">
                <a:ea typeface="+mn-lt"/>
                <a:cs typeface="+mn-lt"/>
              </a:rPr>
              <a:t>batch_size</a:t>
            </a:r>
            <a:r>
              <a:rPr lang="en-US">
                <a:ea typeface="+mn-lt"/>
                <a:cs typeface="+mn-lt"/>
              </a:rPr>
              <a:t>):</a:t>
            </a:r>
            <a:endParaRPr lang="en-US"/>
          </a:p>
          <a:p>
            <a:r>
              <a:rPr lang="en-US">
                <a:ea typeface="+mn-lt"/>
                <a:cs typeface="+mn-lt"/>
              </a:rPr>
              <a:t>                </a:t>
            </a:r>
            <a:r>
              <a:rPr lang="en-US" err="1">
                <a:ea typeface="+mn-lt"/>
                <a:cs typeface="+mn-lt"/>
              </a:rPr>
              <a:t>X_batch</a:t>
            </a:r>
            <a:r>
              <a:rPr lang="en-US">
                <a:ea typeface="+mn-lt"/>
                <a:cs typeface="+mn-lt"/>
              </a:rPr>
              <a:t> = </a:t>
            </a:r>
            <a:r>
              <a:rPr lang="en-US" err="1">
                <a:ea typeface="+mn-lt"/>
                <a:cs typeface="+mn-lt"/>
              </a:rPr>
              <a:t>X_shuffled</a:t>
            </a:r>
            <a:r>
              <a:rPr lang="en-US">
                <a:ea typeface="+mn-lt"/>
                <a:cs typeface="+mn-lt"/>
              </a:rPr>
              <a:t>[</a:t>
            </a:r>
            <a:r>
              <a:rPr lang="en-US" err="1">
                <a:ea typeface="+mn-lt"/>
                <a:cs typeface="+mn-lt"/>
              </a:rPr>
              <a:t>i:i+batch_size</a:t>
            </a:r>
            <a:r>
              <a:rPr lang="en-US">
                <a:ea typeface="+mn-lt"/>
                <a:cs typeface="+mn-lt"/>
              </a:rPr>
              <a:t>]</a:t>
            </a:r>
            <a:endParaRPr lang="en-US"/>
          </a:p>
          <a:p>
            <a:r>
              <a:rPr lang="en-US">
                <a:ea typeface="+mn-lt"/>
                <a:cs typeface="+mn-lt"/>
              </a:rPr>
              <a:t>                </a:t>
            </a:r>
            <a:r>
              <a:rPr lang="en-US" err="1">
                <a:ea typeface="+mn-lt"/>
                <a:cs typeface="+mn-lt"/>
              </a:rPr>
              <a:t>y_batch</a:t>
            </a:r>
            <a:r>
              <a:rPr lang="en-US">
                <a:ea typeface="+mn-lt"/>
                <a:cs typeface="+mn-lt"/>
              </a:rPr>
              <a:t> = </a:t>
            </a:r>
            <a:r>
              <a:rPr lang="en-US" err="1">
                <a:ea typeface="+mn-lt"/>
                <a:cs typeface="+mn-lt"/>
              </a:rPr>
              <a:t>y_shuffled</a:t>
            </a:r>
            <a:r>
              <a:rPr lang="en-US">
                <a:ea typeface="+mn-lt"/>
                <a:cs typeface="+mn-lt"/>
              </a:rPr>
              <a:t>[</a:t>
            </a:r>
            <a:r>
              <a:rPr lang="en-US" err="1">
                <a:ea typeface="+mn-lt"/>
                <a:cs typeface="+mn-lt"/>
              </a:rPr>
              <a:t>i:i+batch_size</a:t>
            </a:r>
            <a:r>
              <a:rPr lang="en-US">
                <a:ea typeface="+mn-lt"/>
                <a:cs typeface="+mn-lt"/>
              </a:rPr>
              <a:t>]</a:t>
            </a:r>
            <a:endParaRPr lang="en-US"/>
          </a:p>
          <a:p>
            <a:r>
              <a:rPr lang="en-US">
                <a:ea typeface="+mn-lt"/>
                <a:cs typeface="+mn-lt"/>
              </a:rPr>
              <a:t>                </a:t>
            </a:r>
            <a:r>
              <a:rPr lang="en-US" err="1">
                <a:ea typeface="+mn-lt"/>
                <a:cs typeface="+mn-lt"/>
              </a:rPr>
              <a:t>y_pred</a:t>
            </a:r>
            <a:r>
              <a:rPr lang="en-US">
                <a:ea typeface="+mn-lt"/>
                <a:cs typeface="+mn-lt"/>
              </a:rPr>
              <a:t> = w * </a:t>
            </a:r>
            <a:r>
              <a:rPr lang="en-US" err="1">
                <a:ea typeface="+mn-lt"/>
                <a:cs typeface="+mn-lt"/>
              </a:rPr>
              <a:t>X_batch</a:t>
            </a:r>
            <a:r>
              <a:rPr lang="en-US">
                <a:ea typeface="+mn-lt"/>
                <a:cs typeface="+mn-lt"/>
              </a:rPr>
              <a:t> + b</a:t>
            </a:r>
            <a:endParaRPr lang="en-US"/>
          </a:p>
          <a:p>
            <a:r>
              <a:rPr lang="en-US">
                <a:ea typeface="+mn-lt"/>
                <a:cs typeface="+mn-lt"/>
              </a:rPr>
              <a:t>                </a:t>
            </a:r>
            <a:r>
              <a:rPr lang="en-US" err="1">
                <a:ea typeface="+mn-lt"/>
                <a:cs typeface="+mn-lt"/>
              </a:rPr>
              <a:t>dw</a:t>
            </a:r>
            <a:r>
              <a:rPr lang="en-US">
                <a:ea typeface="+mn-lt"/>
                <a:cs typeface="+mn-lt"/>
              </a:rPr>
              <a:t> = -(2/</a:t>
            </a:r>
            <a:r>
              <a:rPr lang="en-US" err="1">
                <a:ea typeface="+mn-lt"/>
                <a:cs typeface="+mn-lt"/>
              </a:rPr>
              <a:t>len</a:t>
            </a:r>
            <a:r>
              <a:rPr lang="en-US">
                <a:ea typeface="+mn-lt"/>
                <a:cs typeface="+mn-lt"/>
              </a:rPr>
              <a:t>(</a:t>
            </a:r>
            <a:r>
              <a:rPr lang="en-US" err="1">
                <a:ea typeface="+mn-lt"/>
                <a:cs typeface="+mn-lt"/>
              </a:rPr>
              <a:t>y_batch</a:t>
            </a:r>
            <a:r>
              <a:rPr lang="en-US">
                <a:ea typeface="+mn-lt"/>
                <a:cs typeface="+mn-lt"/>
              </a:rPr>
              <a:t>)) * </a:t>
            </a:r>
            <a:r>
              <a:rPr lang="en-US" err="1">
                <a:ea typeface="+mn-lt"/>
                <a:cs typeface="+mn-lt"/>
              </a:rPr>
              <a:t>np.sum</a:t>
            </a:r>
            <a:r>
              <a:rPr lang="en-US">
                <a:ea typeface="+mn-lt"/>
                <a:cs typeface="+mn-lt"/>
              </a:rPr>
              <a:t>(</a:t>
            </a:r>
            <a:r>
              <a:rPr lang="en-US" err="1">
                <a:ea typeface="+mn-lt"/>
                <a:cs typeface="+mn-lt"/>
              </a:rPr>
              <a:t>X_batch</a:t>
            </a:r>
            <a:r>
              <a:rPr lang="en-US">
                <a:ea typeface="+mn-lt"/>
                <a:cs typeface="+mn-lt"/>
              </a:rPr>
              <a:t> * (</a:t>
            </a:r>
            <a:r>
              <a:rPr lang="en-US" err="1">
                <a:ea typeface="+mn-lt"/>
                <a:cs typeface="+mn-lt"/>
              </a:rPr>
              <a:t>y_batch</a:t>
            </a:r>
            <a:r>
              <a:rPr lang="en-US">
                <a:ea typeface="+mn-lt"/>
                <a:cs typeface="+mn-lt"/>
              </a:rPr>
              <a:t> - </a:t>
            </a:r>
            <a:r>
              <a:rPr lang="en-US" err="1">
                <a:ea typeface="+mn-lt"/>
                <a:cs typeface="+mn-lt"/>
              </a:rPr>
              <a:t>y_pred</a:t>
            </a:r>
            <a:r>
              <a:rPr lang="en-US">
                <a:ea typeface="+mn-lt"/>
                <a:cs typeface="+mn-lt"/>
              </a:rPr>
              <a:t>))</a:t>
            </a:r>
            <a:endParaRPr lang="en-US"/>
          </a:p>
          <a:p>
            <a:r>
              <a:rPr lang="en-US">
                <a:ea typeface="+mn-lt"/>
                <a:cs typeface="+mn-lt"/>
              </a:rPr>
              <a:t>                </a:t>
            </a:r>
            <a:r>
              <a:rPr lang="en-US" err="1">
                <a:ea typeface="+mn-lt"/>
                <a:cs typeface="+mn-lt"/>
              </a:rPr>
              <a:t>db</a:t>
            </a:r>
            <a:r>
              <a:rPr lang="en-US">
                <a:ea typeface="+mn-lt"/>
                <a:cs typeface="+mn-lt"/>
              </a:rPr>
              <a:t> = -(2/</a:t>
            </a:r>
            <a:r>
              <a:rPr lang="en-US" err="1">
                <a:ea typeface="+mn-lt"/>
                <a:cs typeface="+mn-lt"/>
              </a:rPr>
              <a:t>len</a:t>
            </a:r>
            <a:r>
              <a:rPr lang="en-US">
                <a:ea typeface="+mn-lt"/>
                <a:cs typeface="+mn-lt"/>
              </a:rPr>
              <a:t>(</a:t>
            </a:r>
            <a:r>
              <a:rPr lang="en-US" err="1">
                <a:ea typeface="+mn-lt"/>
                <a:cs typeface="+mn-lt"/>
              </a:rPr>
              <a:t>y_batch</a:t>
            </a:r>
            <a:r>
              <a:rPr lang="en-US">
                <a:ea typeface="+mn-lt"/>
                <a:cs typeface="+mn-lt"/>
              </a:rPr>
              <a:t>)) * </a:t>
            </a:r>
            <a:r>
              <a:rPr lang="en-US" err="1">
                <a:ea typeface="+mn-lt"/>
                <a:cs typeface="+mn-lt"/>
              </a:rPr>
              <a:t>np.sum</a:t>
            </a:r>
            <a:r>
              <a:rPr lang="en-US">
                <a:ea typeface="+mn-lt"/>
                <a:cs typeface="+mn-lt"/>
              </a:rPr>
              <a:t>(</a:t>
            </a:r>
            <a:r>
              <a:rPr lang="en-US" err="1">
                <a:ea typeface="+mn-lt"/>
                <a:cs typeface="+mn-lt"/>
              </a:rPr>
              <a:t>y_batch</a:t>
            </a:r>
            <a:r>
              <a:rPr lang="en-US">
                <a:ea typeface="+mn-lt"/>
                <a:cs typeface="+mn-lt"/>
              </a:rPr>
              <a:t> - </a:t>
            </a:r>
            <a:r>
              <a:rPr lang="en-US" err="1">
                <a:ea typeface="+mn-lt"/>
                <a:cs typeface="+mn-lt"/>
              </a:rPr>
              <a:t>y_pred</a:t>
            </a:r>
            <a:r>
              <a:rPr lang="en-US">
                <a:ea typeface="+mn-lt"/>
                <a:cs typeface="+mn-lt"/>
              </a:rPr>
              <a:t>)</a:t>
            </a:r>
            <a:endParaRPr lang="en-US"/>
          </a:p>
          <a:p>
            <a:r>
              <a:rPr lang="en-US">
                <a:ea typeface="+mn-lt"/>
                <a:cs typeface="+mn-lt"/>
              </a:rPr>
              <a:t>                w -= </a:t>
            </a:r>
            <a:r>
              <a:rPr lang="en-US" err="1">
                <a:ea typeface="+mn-lt"/>
                <a:cs typeface="+mn-lt"/>
              </a:rPr>
              <a:t>lr</a:t>
            </a:r>
            <a:r>
              <a:rPr lang="en-US">
                <a:ea typeface="+mn-lt"/>
                <a:cs typeface="+mn-lt"/>
              </a:rPr>
              <a:t> * </a:t>
            </a:r>
            <a:r>
              <a:rPr lang="en-US" err="1">
                <a:ea typeface="+mn-lt"/>
                <a:cs typeface="+mn-lt"/>
              </a:rPr>
              <a:t>dw</a:t>
            </a:r>
            <a:endParaRPr lang="en-US" err="1"/>
          </a:p>
          <a:p>
            <a:r>
              <a:rPr lang="en-US">
                <a:ea typeface="+mn-lt"/>
                <a:cs typeface="+mn-lt"/>
              </a:rPr>
              <a:t>                b -= </a:t>
            </a:r>
            <a:r>
              <a:rPr lang="en-US" err="1">
                <a:ea typeface="+mn-lt"/>
                <a:cs typeface="+mn-lt"/>
              </a:rPr>
              <a:t>lr</a:t>
            </a:r>
            <a:r>
              <a:rPr lang="en-US">
                <a:ea typeface="+mn-lt"/>
                <a:cs typeface="+mn-lt"/>
              </a:rPr>
              <a:t> * </a:t>
            </a:r>
            <a:r>
              <a:rPr lang="en-US" err="1">
                <a:ea typeface="+mn-lt"/>
                <a:cs typeface="+mn-lt"/>
              </a:rPr>
              <a:t>db</a:t>
            </a:r>
            <a:endParaRPr lang="en-US" err="1"/>
          </a:p>
        </p:txBody>
      </p:sp>
      <p:sp>
        <p:nvSpPr>
          <p:cNvPr id="5" name="TextBox 4">
            <a:extLst>
              <a:ext uri="{FF2B5EF4-FFF2-40B4-BE49-F238E27FC236}">
                <a16:creationId xmlns:a16="http://schemas.microsoft.com/office/drawing/2014/main" id="{F51F6A67-D3AC-92A3-0CBE-2EFAA8CA0023}"/>
              </a:ext>
            </a:extLst>
          </p:cNvPr>
          <p:cNvSpPr txBox="1"/>
          <p:nvPr/>
        </p:nvSpPr>
        <p:spPr>
          <a:xfrm>
            <a:off x="2416968" y="5703094"/>
            <a:ext cx="65008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#returning weight and bias </a:t>
            </a:r>
          </a:p>
          <a:p>
            <a:r>
              <a:rPr lang="en-US">
                <a:ea typeface="+mn-lt"/>
                <a:cs typeface="+mn-lt"/>
              </a:rPr>
              <a:t>return w, b</a:t>
            </a:r>
            <a:endParaRPr lang="en-US"/>
          </a:p>
        </p:txBody>
      </p:sp>
    </p:spTree>
    <p:extLst>
      <p:ext uri="{BB962C8B-B14F-4D97-AF65-F5344CB8AC3E}">
        <p14:creationId xmlns:p14="http://schemas.microsoft.com/office/powerpoint/2010/main" val="132089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E558FB-0016-6186-6231-D13BEF5511FF}"/>
              </a:ext>
            </a:extLst>
          </p:cNvPr>
          <p:cNvSpPr>
            <a:spLocks noGrp="1"/>
          </p:cNvSpPr>
          <p:nvPr>
            <p:ph idx="1"/>
          </p:nvPr>
        </p:nvSpPr>
        <p:spPr>
          <a:xfrm>
            <a:off x="794657" y="671161"/>
            <a:ext cx="10613572" cy="5386739"/>
          </a:xfrm>
        </p:spPr>
        <p:txBody>
          <a:bodyPr vert="horz" lIns="91440" tIns="45720" rIns="91440" bIns="45720" rtlCol="0" anchor="t">
            <a:normAutofit/>
          </a:bodyPr>
          <a:lstStyle/>
          <a:p>
            <a:pPr>
              <a:buNone/>
            </a:pPr>
            <a:r>
              <a:rPr lang="en-US" sz="2000" b="1" u="sng">
                <a:ea typeface="+mn-lt"/>
                <a:cs typeface="+mn-lt"/>
              </a:rPr>
              <a:t># 2. Train using gradient descent</a:t>
            </a:r>
            <a:endParaRPr lang="en-US" sz="2000" b="1" u="sng"/>
          </a:p>
          <a:p>
            <a:pPr>
              <a:buNone/>
            </a:pPr>
            <a:r>
              <a:rPr lang="en-US">
                <a:ea typeface="+mn-lt"/>
                <a:cs typeface="+mn-lt"/>
              </a:rPr>
              <a:t>w, b = </a:t>
            </a:r>
            <a:r>
              <a:rPr lang="en-US" err="1">
                <a:ea typeface="+mn-lt"/>
                <a:cs typeface="+mn-lt"/>
              </a:rPr>
              <a:t>gradient_descent</a:t>
            </a:r>
            <a:r>
              <a:rPr lang="en-US">
                <a:ea typeface="+mn-lt"/>
                <a:cs typeface="+mn-lt"/>
              </a:rPr>
              <a:t>(X, y, </a:t>
            </a:r>
            <a:r>
              <a:rPr lang="en-US" err="1">
                <a:ea typeface="+mn-lt"/>
                <a:cs typeface="+mn-lt"/>
              </a:rPr>
              <a:t>lr</a:t>
            </a:r>
            <a:r>
              <a:rPr lang="en-US">
                <a:ea typeface="+mn-lt"/>
                <a:cs typeface="+mn-lt"/>
              </a:rPr>
              <a:t>=0.01, epochs=1000, </a:t>
            </a:r>
            <a:r>
              <a:rPr lang="en-US" err="1">
                <a:ea typeface="+mn-lt"/>
                <a:cs typeface="+mn-lt"/>
              </a:rPr>
              <a:t>batch_type</a:t>
            </a:r>
            <a:r>
              <a:rPr lang="en-US">
                <a:ea typeface="+mn-lt"/>
                <a:cs typeface="+mn-lt"/>
              </a:rPr>
              <a:t>="batch" )</a:t>
            </a:r>
            <a:endParaRPr lang="en-US"/>
          </a:p>
          <a:p>
            <a:pPr>
              <a:buNone/>
            </a:pPr>
            <a:r>
              <a:rPr lang="en-US">
                <a:ea typeface="+mn-lt"/>
                <a:cs typeface="+mn-lt"/>
              </a:rPr>
              <a:t>print(f"\</a:t>
            </a:r>
            <a:r>
              <a:rPr lang="en-US" err="1">
                <a:ea typeface="+mn-lt"/>
                <a:cs typeface="+mn-lt"/>
              </a:rPr>
              <a:t>nFinal</a:t>
            </a:r>
            <a:r>
              <a:rPr lang="en-US">
                <a:ea typeface="+mn-lt"/>
                <a:cs typeface="+mn-lt"/>
              </a:rPr>
              <a:t> Model: Salary = {w:.2f} * Experience + {b:.2f}")</a:t>
            </a:r>
          </a:p>
          <a:p>
            <a:pPr>
              <a:buNone/>
            </a:pPr>
            <a:endParaRPr lang="en-US"/>
          </a:p>
          <a:p>
            <a:pPr>
              <a:buNone/>
            </a:pPr>
            <a:r>
              <a:rPr lang="en-US" sz="2000" b="1" u="sng">
                <a:ea typeface="+mn-lt"/>
                <a:cs typeface="+mn-lt"/>
              </a:rPr>
              <a:t># 3. Plot results</a:t>
            </a:r>
            <a:endParaRPr lang="en-US" b="1"/>
          </a:p>
          <a:p>
            <a:pPr>
              <a:buNone/>
            </a:pPr>
            <a:r>
              <a:rPr lang="en-US" err="1">
                <a:ea typeface="+mn-lt"/>
                <a:cs typeface="+mn-lt"/>
              </a:rPr>
              <a:t>plt.scatter</a:t>
            </a:r>
            <a:r>
              <a:rPr lang="en-US">
                <a:ea typeface="+mn-lt"/>
                <a:cs typeface="+mn-lt"/>
              </a:rPr>
              <a:t>(X, y, color="blue", label="Data points")</a:t>
            </a:r>
            <a:endParaRPr lang="en-US"/>
          </a:p>
          <a:p>
            <a:pPr>
              <a:buNone/>
            </a:pPr>
            <a:r>
              <a:rPr lang="en-US" err="1">
                <a:ea typeface="+mn-lt"/>
                <a:cs typeface="+mn-lt"/>
              </a:rPr>
              <a:t>plt.plot</a:t>
            </a:r>
            <a:r>
              <a:rPr lang="en-US">
                <a:ea typeface="+mn-lt"/>
                <a:cs typeface="+mn-lt"/>
              </a:rPr>
              <a:t>(X, w*X + b, color="red", label="Best Fit Line")</a:t>
            </a:r>
            <a:endParaRPr lang="en-US"/>
          </a:p>
          <a:p>
            <a:pPr>
              <a:buNone/>
            </a:pPr>
            <a:r>
              <a:rPr lang="en-US" err="1">
                <a:ea typeface="+mn-lt"/>
                <a:cs typeface="+mn-lt"/>
              </a:rPr>
              <a:t>plt.xlabel</a:t>
            </a:r>
            <a:r>
              <a:rPr lang="en-US">
                <a:ea typeface="+mn-lt"/>
                <a:cs typeface="+mn-lt"/>
              </a:rPr>
              <a:t>("Years of Experience")</a:t>
            </a:r>
            <a:endParaRPr lang="en-US"/>
          </a:p>
          <a:p>
            <a:pPr>
              <a:buNone/>
            </a:pPr>
            <a:r>
              <a:rPr lang="en-US" err="1">
                <a:ea typeface="+mn-lt"/>
                <a:cs typeface="+mn-lt"/>
              </a:rPr>
              <a:t>plt.ylabel</a:t>
            </a:r>
            <a:r>
              <a:rPr lang="en-US">
                <a:ea typeface="+mn-lt"/>
                <a:cs typeface="+mn-lt"/>
              </a:rPr>
              <a:t>("Salary")</a:t>
            </a:r>
            <a:endParaRPr lang="en-US"/>
          </a:p>
          <a:p>
            <a:pPr>
              <a:buNone/>
            </a:pPr>
            <a:r>
              <a:rPr lang="en-US" err="1">
                <a:ea typeface="+mn-lt"/>
                <a:cs typeface="+mn-lt"/>
              </a:rPr>
              <a:t>plt.legend</a:t>
            </a:r>
            <a:r>
              <a:rPr lang="en-US">
                <a:ea typeface="+mn-lt"/>
                <a:cs typeface="+mn-lt"/>
              </a:rPr>
              <a:t>()</a:t>
            </a:r>
            <a:endParaRPr lang="en-US"/>
          </a:p>
          <a:p>
            <a:pPr>
              <a:buNone/>
            </a:pPr>
            <a:r>
              <a:rPr lang="en-US" err="1">
                <a:ea typeface="+mn-lt"/>
                <a:cs typeface="+mn-lt"/>
              </a:rPr>
              <a:t>plt.show</a:t>
            </a:r>
            <a:r>
              <a:rPr lang="en-US">
                <a:ea typeface="+mn-lt"/>
                <a:cs typeface="+mn-lt"/>
              </a:rPr>
              <a:t>()</a:t>
            </a:r>
            <a:endParaRPr lang="en-US"/>
          </a:p>
        </p:txBody>
      </p:sp>
    </p:spTree>
    <p:extLst>
      <p:ext uri="{BB962C8B-B14F-4D97-AF65-F5344CB8AC3E}">
        <p14:creationId xmlns:p14="http://schemas.microsoft.com/office/powerpoint/2010/main" val="458762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01D7-435D-8E7D-53C0-66C0C37F5C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2B1CB6-9CE7-1B07-252A-1A15DC85E20F}"/>
              </a:ext>
            </a:extLst>
          </p:cNvPr>
          <p:cNvSpPr>
            <a:spLocks noGrp="1"/>
          </p:cNvSpPr>
          <p:nvPr>
            <p:ph type="title"/>
          </p:nvPr>
        </p:nvSpPr>
        <p:spPr/>
        <p:txBody>
          <a:bodyPr/>
          <a:lstStyle/>
          <a:p>
            <a:r>
              <a:rPr lang="en-US"/>
              <a:t>Quote</a:t>
            </a:r>
          </a:p>
        </p:txBody>
      </p:sp>
      <p:sp>
        <p:nvSpPr>
          <p:cNvPr id="6" name="Content Placeholder 5">
            <a:extLst>
              <a:ext uri="{FF2B5EF4-FFF2-40B4-BE49-F238E27FC236}">
                <a16:creationId xmlns:a16="http://schemas.microsoft.com/office/drawing/2014/main" id="{E5236CAB-BB4B-BDCA-63F6-F77BA904E53B}"/>
              </a:ext>
            </a:extLst>
          </p:cNvPr>
          <p:cNvSpPr>
            <a:spLocks noGrp="1"/>
          </p:cNvSpPr>
          <p:nvPr>
            <p:ph sz="quarter" idx="13"/>
          </p:nvPr>
        </p:nvSpPr>
        <p:spPr>
          <a:xfrm>
            <a:off x="370327" y="672757"/>
            <a:ext cx="11451349" cy="782833"/>
          </a:xfrm>
        </p:spPr>
        <p:txBody>
          <a:bodyPr/>
          <a:lstStyle/>
          <a:p>
            <a:r>
              <a:rPr lang="en-US" sz="6000"/>
              <a:t> BATCH GRADIENT DESCENT</a:t>
            </a:r>
          </a:p>
        </p:txBody>
      </p:sp>
      <p:pic>
        <p:nvPicPr>
          <p:cNvPr id="2" name="Picture 1" descr="A graph with a dotted line&#10;&#10;AI-generated content may be incorrect.">
            <a:extLst>
              <a:ext uri="{FF2B5EF4-FFF2-40B4-BE49-F238E27FC236}">
                <a16:creationId xmlns:a16="http://schemas.microsoft.com/office/drawing/2014/main" id="{ABC73EEA-BD35-8F53-8EED-D380B34561E7}"/>
              </a:ext>
            </a:extLst>
          </p:cNvPr>
          <p:cNvPicPr>
            <a:picLocks noChangeAspect="1"/>
          </p:cNvPicPr>
          <p:nvPr/>
        </p:nvPicPr>
        <p:blipFill>
          <a:blip r:embed="rId2"/>
          <a:stretch>
            <a:fillRect/>
          </a:stretch>
        </p:blipFill>
        <p:spPr>
          <a:xfrm>
            <a:off x="612118" y="2546296"/>
            <a:ext cx="4915558" cy="3718582"/>
          </a:xfrm>
          <a:prstGeom prst="rect">
            <a:avLst/>
          </a:prstGeom>
        </p:spPr>
      </p:pic>
      <p:sp>
        <p:nvSpPr>
          <p:cNvPr id="4" name="TextBox 3">
            <a:extLst>
              <a:ext uri="{FF2B5EF4-FFF2-40B4-BE49-F238E27FC236}">
                <a16:creationId xmlns:a16="http://schemas.microsoft.com/office/drawing/2014/main" id="{1F4F4E22-33DF-8DD4-B200-E3B6E82301AF}"/>
              </a:ext>
            </a:extLst>
          </p:cNvPr>
          <p:cNvSpPr txBox="1"/>
          <p:nvPr/>
        </p:nvSpPr>
        <p:spPr>
          <a:xfrm>
            <a:off x="6180006" y="2630736"/>
            <a:ext cx="475533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SMOOTH CURVE</a:t>
            </a:r>
            <a:endParaRPr lang="en-US"/>
          </a:p>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GOOD FOR SMALLER DATASETS</a:t>
            </a:r>
          </a:p>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OFFLINE TRAINING</a:t>
            </a:r>
          </a:p>
        </p:txBody>
      </p:sp>
      <p:sp>
        <p:nvSpPr>
          <p:cNvPr id="5" name="TextBox 4">
            <a:extLst>
              <a:ext uri="{FF2B5EF4-FFF2-40B4-BE49-F238E27FC236}">
                <a16:creationId xmlns:a16="http://schemas.microsoft.com/office/drawing/2014/main" id="{D2DF36A1-2C02-0A0D-1C27-7D8007829B7E}"/>
              </a:ext>
            </a:extLst>
          </p:cNvPr>
          <p:cNvSpPr txBox="1"/>
          <p:nvPr/>
        </p:nvSpPr>
        <p:spPr>
          <a:xfrm>
            <a:off x="1080595" y="1454204"/>
            <a:ext cx="9525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Run Batch GD</a:t>
            </a:r>
            <a:endParaRPr lang="en-US"/>
          </a:p>
          <a:p>
            <a:r>
              <a:rPr lang="en-US">
                <a:ea typeface="+mn-lt"/>
                <a:cs typeface="+mn-lt"/>
              </a:rPr>
              <a:t>print("\n--- Batch Gradient Descent ---")</a:t>
            </a:r>
            <a:endParaRPr lang="en-US"/>
          </a:p>
          <a:p>
            <a:r>
              <a:rPr lang="en-US">
                <a:ea typeface="+mn-lt"/>
                <a:cs typeface="+mn-lt"/>
              </a:rPr>
              <a:t>w1, b1 = </a:t>
            </a:r>
            <a:r>
              <a:rPr lang="en-US" err="1">
                <a:ea typeface="+mn-lt"/>
                <a:cs typeface="+mn-lt"/>
              </a:rPr>
              <a:t>gradient_descent</a:t>
            </a:r>
            <a:r>
              <a:rPr lang="en-US">
                <a:ea typeface="+mn-lt"/>
                <a:cs typeface="+mn-lt"/>
              </a:rPr>
              <a:t>(X, y, </a:t>
            </a:r>
            <a:r>
              <a:rPr lang="en-US" err="1">
                <a:ea typeface="+mn-lt"/>
                <a:cs typeface="+mn-lt"/>
              </a:rPr>
              <a:t>lr</a:t>
            </a:r>
            <a:r>
              <a:rPr lang="en-US">
                <a:ea typeface="+mn-lt"/>
                <a:cs typeface="+mn-lt"/>
              </a:rPr>
              <a:t>=0.01, epochs=1000, </a:t>
            </a:r>
            <a:r>
              <a:rPr lang="en-US" err="1">
                <a:solidFill>
                  <a:srgbClr val="00B050"/>
                </a:solidFill>
                <a:ea typeface="+mn-lt"/>
                <a:cs typeface="+mn-lt"/>
              </a:rPr>
              <a:t>gd_type</a:t>
            </a:r>
            <a:r>
              <a:rPr lang="en-US">
                <a:solidFill>
                  <a:srgbClr val="00B050"/>
                </a:solidFill>
                <a:ea typeface="+mn-lt"/>
                <a:cs typeface="+mn-lt"/>
              </a:rPr>
              <a:t>="batch"</a:t>
            </a:r>
            <a:r>
              <a:rPr lang="en-US">
                <a:ea typeface="+mn-lt"/>
                <a:cs typeface="+mn-lt"/>
              </a:rPr>
              <a:t>)</a:t>
            </a:r>
          </a:p>
          <a:p>
            <a:pPr algn="l"/>
            <a:endParaRPr lang="en-US"/>
          </a:p>
        </p:txBody>
      </p:sp>
    </p:spTree>
    <p:extLst>
      <p:ext uri="{BB962C8B-B14F-4D97-AF65-F5344CB8AC3E}">
        <p14:creationId xmlns:p14="http://schemas.microsoft.com/office/powerpoint/2010/main" val="1371458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A614D-C1F2-B4E7-F364-A219B0ADF1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B434C5-4FD9-FA58-6195-DEE1E94F6DD3}"/>
              </a:ext>
            </a:extLst>
          </p:cNvPr>
          <p:cNvSpPr>
            <a:spLocks noGrp="1"/>
          </p:cNvSpPr>
          <p:nvPr>
            <p:ph type="title"/>
          </p:nvPr>
        </p:nvSpPr>
        <p:spPr/>
        <p:txBody>
          <a:bodyPr/>
          <a:lstStyle/>
          <a:p>
            <a:r>
              <a:rPr lang="en-US"/>
              <a:t>Quote</a:t>
            </a:r>
          </a:p>
        </p:txBody>
      </p:sp>
      <p:sp>
        <p:nvSpPr>
          <p:cNvPr id="6" name="Content Placeholder 5">
            <a:extLst>
              <a:ext uri="{FF2B5EF4-FFF2-40B4-BE49-F238E27FC236}">
                <a16:creationId xmlns:a16="http://schemas.microsoft.com/office/drawing/2014/main" id="{46BBDFA3-64FA-8CF0-41ED-273268AE433A}"/>
              </a:ext>
            </a:extLst>
          </p:cNvPr>
          <p:cNvSpPr>
            <a:spLocks noGrp="1"/>
          </p:cNvSpPr>
          <p:nvPr>
            <p:ph sz="quarter" idx="13"/>
          </p:nvPr>
        </p:nvSpPr>
        <p:spPr>
          <a:xfrm>
            <a:off x="105284" y="434752"/>
            <a:ext cx="11981436" cy="1279788"/>
          </a:xfrm>
        </p:spPr>
        <p:txBody>
          <a:bodyPr/>
          <a:lstStyle/>
          <a:p>
            <a:r>
              <a:rPr lang="en-US" sz="5400" b="1">
                <a:ea typeface="+mj-lt"/>
                <a:cs typeface="+mj-lt"/>
              </a:rPr>
              <a:t>Stochastic gradient descent (SGD)</a:t>
            </a:r>
          </a:p>
        </p:txBody>
      </p:sp>
      <p:sp>
        <p:nvSpPr>
          <p:cNvPr id="4" name="TextBox 3">
            <a:extLst>
              <a:ext uri="{FF2B5EF4-FFF2-40B4-BE49-F238E27FC236}">
                <a16:creationId xmlns:a16="http://schemas.microsoft.com/office/drawing/2014/main" id="{143184BE-44C0-112F-DC49-F2D16FEEFB0B}"/>
              </a:ext>
            </a:extLst>
          </p:cNvPr>
          <p:cNvSpPr txBox="1"/>
          <p:nvPr/>
        </p:nvSpPr>
        <p:spPr>
          <a:xfrm>
            <a:off x="5934765" y="2560667"/>
            <a:ext cx="475533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endParaRPr lang="en-US" sz="3200"/>
          </a:p>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ZIG ZAG PATH</a:t>
            </a:r>
            <a:endParaRPr lang="en-US"/>
          </a:p>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ONLINE LEARNING </a:t>
            </a:r>
          </a:p>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STREAMING DATA</a:t>
            </a:r>
          </a:p>
        </p:txBody>
      </p:sp>
      <p:pic>
        <p:nvPicPr>
          <p:cNvPr id="5" name="Picture 4" descr="A graph with a line&#10;&#10;AI-generated content may be incorrect.">
            <a:extLst>
              <a:ext uri="{FF2B5EF4-FFF2-40B4-BE49-F238E27FC236}">
                <a16:creationId xmlns:a16="http://schemas.microsoft.com/office/drawing/2014/main" id="{B19D3FB4-280D-E2C9-1146-1CCA3F2C0382}"/>
              </a:ext>
            </a:extLst>
          </p:cNvPr>
          <p:cNvPicPr>
            <a:picLocks noChangeAspect="1"/>
          </p:cNvPicPr>
          <p:nvPr/>
        </p:nvPicPr>
        <p:blipFill>
          <a:blip r:embed="rId2"/>
          <a:stretch>
            <a:fillRect/>
          </a:stretch>
        </p:blipFill>
        <p:spPr>
          <a:xfrm>
            <a:off x="425105" y="2641089"/>
            <a:ext cx="4842134" cy="3809269"/>
          </a:xfrm>
          <a:prstGeom prst="rect">
            <a:avLst/>
          </a:prstGeom>
        </p:spPr>
      </p:pic>
      <p:sp>
        <p:nvSpPr>
          <p:cNvPr id="2" name="TextBox 1">
            <a:extLst>
              <a:ext uri="{FF2B5EF4-FFF2-40B4-BE49-F238E27FC236}">
                <a16:creationId xmlns:a16="http://schemas.microsoft.com/office/drawing/2014/main" id="{81C179AF-A871-1A25-D9EF-75675F296FB5}"/>
              </a:ext>
            </a:extLst>
          </p:cNvPr>
          <p:cNvSpPr txBox="1"/>
          <p:nvPr/>
        </p:nvSpPr>
        <p:spPr>
          <a:xfrm>
            <a:off x="1058971" y="1569161"/>
            <a:ext cx="1008459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Run SGD</a:t>
            </a:r>
            <a:endParaRPr lang="en-US"/>
          </a:p>
          <a:p>
            <a:r>
              <a:rPr lang="en-US">
                <a:ea typeface="+mn-lt"/>
                <a:cs typeface="+mn-lt"/>
              </a:rPr>
              <a:t>print("\n--- Stochastic Gradient Descent ---")</a:t>
            </a:r>
            <a:endParaRPr lang="en-US"/>
          </a:p>
          <a:p>
            <a:r>
              <a:rPr lang="en-US">
                <a:ea typeface="+mn-lt"/>
                <a:cs typeface="+mn-lt"/>
              </a:rPr>
              <a:t>w2, b2 = </a:t>
            </a:r>
            <a:r>
              <a:rPr lang="en-US" err="1">
                <a:ea typeface="+mn-lt"/>
                <a:cs typeface="+mn-lt"/>
              </a:rPr>
              <a:t>gradient_descent</a:t>
            </a:r>
            <a:r>
              <a:rPr lang="en-US">
                <a:ea typeface="+mn-lt"/>
                <a:cs typeface="+mn-lt"/>
              </a:rPr>
              <a:t>(X, y, </a:t>
            </a:r>
            <a:r>
              <a:rPr lang="en-US" err="1">
                <a:ea typeface="+mn-lt"/>
                <a:cs typeface="+mn-lt"/>
              </a:rPr>
              <a:t>lr</a:t>
            </a:r>
            <a:r>
              <a:rPr lang="en-US">
                <a:ea typeface="+mn-lt"/>
                <a:cs typeface="+mn-lt"/>
              </a:rPr>
              <a:t>=0.01, epochs=1000, </a:t>
            </a:r>
            <a:r>
              <a:rPr lang="en-US" err="1">
                <a:solidFill>
                  <a:srgbClr val="00B050"/>
                </a:solidFill>
                <a:ea typeface="+mn-lt"/>
                <a:cs typeface="+mn-lt"/>
              </a:rPr>
              <a:t>gd_type</a:t>
            </a:r>
            <a:r>
              <a:rPr lang="en-US">
                <a:solidFill>
                  <a:srgbClr val="00B050"/>
                </a:solidFill>
                <a:ea typeface="+mn-lt"/>
                <a:cs typeface="+mn-lt"/>
              </a:rPr>
              <a:t>="stochastic"</a:t>
            </a:r>
            <a:r>
              <a:rPr lang="en-US">
                <a:ea typeface="+mn-lt"/>
                <a:cs typeface="+mn-lt"/>
              </a:rPr>
              <a:t>)</a:t>
            </a:r>
            <a:endParaRPr lang="en-US"/>
          </a:p>
          <a:p>
            <a:pPr algn="l"/>
            <a:endParaRPr lang="en-US"/>
          </a:p>
        </p:txBody>
      </p:sp>
    </p:spTree>
    <p:extLst>
      <p:ext uri="{BB962C8B-B14F-4D97-AF65-F5344CB8AC3E}">
        <p14:creationId xmlns:p14="http://schemas.microsoft.com/office/powerpoint/2010/main" val="73977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6721-5E2B-5A1F-4BB3-36F5263086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B37757-0008-32A1-9379-1779F160AE96}"/>
              </a:ext>
            </a:extLst>
          </p:cNvPr>
          <p:cNvSpPr>
            <a:spLocks noGrp="1"/>
          </p:cNvSpPr>
          <p:nvPr>
            <p:ph type="title"/>
          </p:nvPr>
        </p:nvSpPr>
        <p:spPr/>
        <p:txBody>
          <a:bodyPr/>
          <a:lstStyle/>
          <a:p>
            <a:r>
              <a:rPr lang="en-US"/>
              <a:t>Quote</a:t>
            </a:r>
          </a:p>
        </p:txBody>
      </p:sp>
      <p:sp>
        <p:nvSpPr>
          <p:cNvPr id="6" name="Content Placeholder 5">
            <a:extLst>
              <a:ext uri="{FF2B5EF4-FFF2-40B4-BE49-F238E27FC236}">
                <a16:creationId xmlns:a16="http://schemas.microsoft.com/office/drawing/2014/main" id="{26397756-6E45-18A4-6ADC-077D9DD8D986}"/>
              </a:ext>
            </a:extLst>
          </p:cNvPr>
          <p:cNvSpPr>
            <a:spLocks noGrp="1"/>
          </p:cNvSpPr>
          <p:nvPr>
            <p:ph sz="quarter" idx="13"/>
          </p:nvPr>
        </p:nvSpPr>
        <p:spPr>
          <a:xfrm>
            <a:off x="370327" y="596976"/>
            <a:ext cx="11451349" cy="782833"/>
          </a:xfrm>
        </p:spPr>
        <p:txBody>
          <a:bodyPr/>
          <a:lstStyle/>
          <a:p>
            <a:r>
              <a:rPr lang="en-US" sz="3200" b="1">
                <a:ea typeface="+mj-lt"/>
                <a:cs typeface="+mj-lt"/>
              </a:rPr>
              <a:t>Mini-batch stochastic gradient descent (mini-batch SGD)</a:t>
            </a:r>
            <a:endParaRPr lang="en-US" sz="4000">
              <a:ea typeface="+mj-lt"/>
              <a:cs typeface="+mj-lt"/>
            </a:endParaRPr>
          </a:p>
        </p:txBody>
      </p:sp>
      <p:sp>
        <p:nvSpPr>
          <p:cNvPr id="4" name="TextBox 3">
            <a:extLst>
              <a:ext uri="{FF2B5EF4-FFF2-40B4-BE49-F238E27FC236}">
                <a16:creationId xmlns:a16="http://schemas.microsoft.com/office/drawing/2014/main" id="{E5F51AE4-5B8B-99A2-40FA-48B83CF3C32B}"/>
              </a:ext>
            </a:extLst>
          </p:cNvPr>
          <p:cNvSpPr txBox="1"/>
          <p:nvPr/>
        </p:nvSpPr>
        <p:spPr>
          <a:xfrm>
            <a:off x="6644213" y="2332943"/>
            <a:ext cx="4755331"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MODERATE FLUCTUATIONS</a:t>
            </a:r>
            <a:endParaRPr lang="en-US"/>
          </a:p>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DEEP LEARNING</a:t>
            </a:r>
          </a:p>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MOST WIDELY USED IN PRACTICE</a:t>
            </a:r>
          </a:p>
        </p:txBody>
      </p:sp>
      <p:pic>
        <p:nvPicPr>
          <p:cNvPr id="5" name="Picture 4" descr="A graph with a line drawn on it&#10;&#10;AI-generated content may be incorrect.">
            <a:extLst>
              <a:ext uri="{FF2B5EF4-FFF2-40B4-BE49-F238E27FC236}">
                <a16:creationId xmlns:a16="http://schemas.microsoft.com/office/drawing/2014/main" id="{01FBD4FD-321D-3F68-887C-B65E960CE6EF}"/>
              </a:ext>
            </a:extLst>
          </p:cNvPr>
          <p:cNvPicPr>
            <a:picLocks noChangeAspect="1"/>
          </p:cNvPicPr>
          <p:nvPr/>
        </p:nvPicPr>
        <p:blipFill>
          <a:blip r:embed="rId2"/>
          <a:stretch>
            <a:fillRect/>
          </a:stretch>
        </p:blipFill>
        <p:spPr>
          <a:xfrm>
            <a:off x="616226" y="2334455"/>
            <a:ext cx="4951517" cy="3912635"/>
          </a:xfrm>
          <a:prstGeom prst="rect">
            <a:avLst/>
          </a:prstGeom>
        </p:spPr>
      </p:pic>
      <p:sp>
        <p:nvSpPr>
          <p:cNvPr id="2" name="TextBox 1">
            <a:extLst>
              <a:ext uri="{FF2B5EF4-FFF2-40B4-BE49-F238E27FC236}">
                <a16:creationId xmlns:a16="http://schemas.microsoft.com/office/drawing/2014/main" id="{91E9032B-A93C-D1E0-99E8-F77F7C2F028B}"/>
              </a:ext>
            </a:extLst>
          </p:cNvPr>
          <p:cNvSpPr txBox="1"/>
          <p:nvPr/>
        </p:nvSpPr>
        <p:spPr>
          <a:xfrm>
            <a:off x="930330" y="1296687"/>
            <a:ext cx="103203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Run Mini-Batch GD</a:t>
            </a:r>
            <a:endParaRPr lang="en-US"/>
          </a:p>
          <a:p>
            <a:r>
              <a:rPr lang="en-US">
                <a:ea typeface="+mn-lt"/>
                <a:cs typeface="+mn-lt"/>
              </a:rPr>
              <a:t>print("\n--- Mini-Batch Gradient Descent ---")</a:t>
            </a:r>
            <a:endParaRPr lang="en-US"/>
          </a:p>
          <a:p>
            <a:r>
              <a:rPr lang="en-US">
                <a:ea typeface="+mn-lt"/>
                <a:cs typeface="+mn-lt"/>
              </a:rPr>
              <a:t>w3, b3 = </a:t>
            </a:r>
            <a:r>
              <a:rPr lang="en-US" err="1">
                <a:ea typeface="+mn-lt"/>
                <a:cs typeface="+mn-lt"/>
              </a:rPr>
              <a:t>gradient_descent</a:t>
            </a:r>
            <a:r>
              <a:rPr lang="en-US">
                <a:ea typeface="+mn-lt"/>
                <a:cs typeface="+mn-lt"/>
              </a:rPr>
              <a:t>(X, y, </a:t>
            </a:r>
            <a:r>
              <a:rPr lang="en-US" err="1">
                <a:ea typeface="+mn-lt"/>
                <a:cs typeface="+mn-lt"/>
              </a:rPr>
              <a:t>lr</a:t>
            </a:r>
            <a:r>
              <a:rPr lang="en-US">
                <a:ea typeface="+mn-lt"/>
                <a:cs typeface="+mn-lt"/>
              </a:rPr>
              <a:t>=0.01, epochs=1000, </a:t>
            </a:r>
            <a:r>
              <a:rPr lang="en-US" err="1">
                <a:solidFill>
                  <a:srgbClr val="00B050"/>
                </a:solidFill>
                <a:ea typeface="+mn-lt"/>
                <a:cs typeface="+mn-lt"/>
              </a:rPr>
              <a:t>gd_type</a:t>
            </a:r>
            <a:r>
              <a:rPr lang="en-US">
                <a:solidFill>
                  <a:srgbClr val="00B050"/>
                </a:solidFill>
                <a:ea typeface="+mn-lt"/>
                <a:cs typeface="+mn-lt"/>
              </a:rPr>
              <a:t>="mini-batch", </a:t>
            </a:r>
            <a:r>
              <a:rPr lang="en-US" err="1">
                <a:solidFill>
                  <a:srgbClr val="00B050"/>
                </a:solidFill>
                <a:ea typeface="+mn-lt"/>
                <a:cs typeface="+mn-lt"/>
              </a:rPr>
              <a:t>batch_size</a:t>
            </a:r>
            <a:r>
              <a:rPr lang="en-US">
                <a:solidFill>
                  <a:srgbClr val="00B050"/>
                </a:solidFill>
                <a:ea typeface="+mn-lt"/>
                <a:cs typeface="+mn-lt"/>
              </a:rPr>
              <a:t>=16</a:t>
            </a:r>
            <a:r>
              <a:rPr lang="en-US">
                <a:ea typeface="+mn-lt"/>
                <a:cs typeface="+mn-lt"/>
              </a:rPr>
              <a:t>)</a:t>
            </a:r>
          </a:p>
          <a:p>
            <a:pPr algn="l"/>
            <a:endParaRPr lang="en-US"/>
          </a:p>
        </p:txBody>
      </p:sp>
    </p:spTree>
    <p:extLst>
      <p:ext uri="{BB962C8B-B14F-4D97-AF65-F5344CB8AC3E}">
        <p14:creationId xmlns:p14="http://schemas.microsoft.com/office/powerpoint/2010/main" val="1950278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E0BB2-8D47-3606-F90C-E57003E6F2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E3DB42-E91E-810B-BA17-F29AC20CCE1A}"/>
              </a:ext>
            </a:extLst>
          </p:cNvPr>
          <p:cNvSpPr>
            <a:spLocks noGrp="1"/>
          </p:cNvSpPr>
          <p:nvPr>
            <p:ph type="title"/>
          </p:nvPr>
        </p:nvSpPr>
        <p:spPr/>
        <p:txBody>
          <a:bodyPr/>
          <a:lstStyle/>
          <a:p>
            <a:r>
              <a:rPr lang="en-US"/>
              <a:t>Quote</a:t>
            </a:r>
          </a:p>
        </p:txBody>
      </p:sp>
      <p:sp>
        <p:nvSpPr>
          <p:cNvPr id="6" name="Content Placeholder 5">
            <a:extLst>
              <a:ext uri="{FF2B5EF4-FFF2-40B4-BE49-F238E27FC236}">
                <a16:creationId xmlns:a16="http://schemas.microsoft.com/office/drawing/2014/main" id="{72E55710-C657-4D5F-3D39-276F7B280C9F}"/>
              </a:ext>
            </a:extLst>
          </p:cNvPr>
          <p:cNvSpPr>
            <a:spLocks noGrp="1"/>
          </p:cNvSpPr>
          <p:nvPr>
            <p:ph sz="quarter" idx="13"/>
          </p:nvPr>
        </p:nvSpPr>
        <p:spPr>
          <a:xfrm>
            <a:off x="3608826" y="469589"/>
            <a:ext cx="4346820" cy="782833"/>
          </a:xfrm>
        </p:spPr>
        <p:txBody>
          <a:bodyPr/>
          <a:lstStyle/>
          <a:p>
            <a:r>
              <a:rPr lang="en-US" b="1">
                <a:ea typeface="+mj-lt"/>
                <a:cs typeface="+mj-lt"/>
              </a:rPr>
              <a:t>Terminology</a:t>
            </a:r>
          </a:p>
        </p:txBody>
      </p:sp>
      <p:sp>
        <p:nvSpPr>
          <p:cNvPr id="4" name="TextBox 3">
            <a:extLst>
              <a:ext uri="{FF2B5EF4-FFF2-40B4-BE49-F238E27FC236}">
                <a16:creationId xmlns:a16="http://schemas.microsoft.com/office/drawing/2014/main" id="{B1EE5C4A-C6F3-333F-3937-90F7E81F0F80}"/>
              </a:ext>
            </a:extLst>
          </p:cNvPr>
          <p:cNvSpPr txBox="1"/>
          <p:nvPr/>
        </p:nvSpPr>
        <p:spPr>
          <a:xfrm>
            <a:off x="608236" y="1583694"/>
            <a:ext cx="1109786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b="1"/>
              <a:t>Gradient Descent :</a:t>
            </a:r>
            <a:r>
              <a:rPr lang="en-US"/>
              <a:t> An optimization algorithm that updates model parameter i.e. weight and bias step by step in the direction that reduces the cost function, until it reaches the minimum.</a:t>
            </a:r>
          </a:p>
          <a:p>
            <a:pPr marL="285750" indent="-285750">
              <a:buFont typeface="Arial" panose="020B0604020202020204" pitchFamily="34" charset="0"/>
              <a:buChar char="•"/>
            </a:pPr>
            <a:r>
              <a:rPr lang="en-US" b="1"/>
              <a:t>Weights : </a:t>
            </a:r>
            <a:r>
              <a:rPr lang="en-US"/>
              <a:t>The coefficients multiplied with input features that determines their importance in prediction.</a:t>
            </a:r>
          </a:p>
          <a:p>
            <a:pPr marL="285750" indent="-285750">
              <a:buFont typeface="Arial" panose="020B0604020202020204" pitchFamily="34" charset="0"/>
              <a:buChar char="•"/>
            </a:pPr>
            <a:r>
              <a:rPr lang="en-US" b="1"/>
              <a:t>Bias : </a:t>
            </a:r>
            <a:r>
              <a:rPr lang="en-US"/>
              <a:t>A constant term added to shift the prediction line/curve up or down, independent of input feature.</a:t>
            </a:r>
          </a:p>
          <a:p>
            <a:pPr marL="285750" indent="-285750">
              <a:buFont typeface="Arial" panose="020B0604020202020204" pitchFamily="34" charset="0"/>
              <a:buChar char="•"/>
            </a:pPr>
            <a:r>
              <a:rPr lang="en-US" b="1"/>
              <a:t>Overfitting :</a:t>
            </a:r>
            <a:r>
              <a:rPr lang="en-US"/>
              <a:t> When a model learns the training data too well, including noise and details, leading to poor performance on unseen data.</a:t>
            </a:r>
          </a:p>
          <a:p>
            <a:pPr marL="285750" indent="-285750">
              <a:buFont typeface="Arial" panose="020B0604020202020204" pitchFamily="34" charset="0"/>
              <a:buChar char="•"/>
            </a:pPr>
            <a:r>
              <a:rPr lang="en-US" b="1"/>
              <a:t>Underfitting :</a:t>
            </a:r>
            <a:r>
              <a:rPr lang="en-US"/>
              <a:t> When a model is too simple and fails to capture the underlying patterns in the training data, leading to poor performance on both training and test data.</a:t>
            </a:r>
          </a:p>
          <a:p>
            <a:pPr marL="285750" indent="-285750">
              <a:buFont typeface="Arial" panose="020B0604020202020204" pitchFamily="34" charset="0"/>
              <a:buChar char="•"/>
            </a:pPr>
            <a:r>
              <a:rPr lang="en-US" b="1"/>
              <a:t>Learning Rate </a:t>
            </a:r>
            <a:r>
              <a:rPr lang="en-US"/>
              <a:t>: A hyperparameter that controls the size of the steps taken during updates in gradient descent.</a:t>
            </a:r>
          </a:p>
          <a:p>
            <a:pPr marL="285750" indent="-285750">
              <a:buFont typeface="Arial" panose="020B0604020202020204" pitchFamily="34" charset="0"/>
              <a:buChar char="•"/>
            </a:pPr>
            <a:r>
              <a:rPr lang="en-US" b="1"/>
              <a:t>Cost Function :</a:t>
            </a:r>
            <a:r>
              <a:rPr lang="en-US"/>
              <a:t> A function that measures how well the entire model is performing by averaging the errors across all training data points. Eg : MSE (Mean square error)</a:t>
            </a:r>
          </a:p>
          <a:p>
            <a:pPr marL="285750" indent="-285750">
              <a:buFont typeface="Arial" panose="020B0604020202020204" pitchFamily="34" charset="0"/>
              <a:buChar char="•"/>
            </a:pPr>
            <a:r>
              <a:rPr lang="en-US" b="1"/>
              <a:t>Loss Function :</a:t>
            </a:r>
            <a:r>
              <a:rPr lang="en-US"/>
              <a:t> A function that measures the error for a single training example. The cost function is the average of the loss function across all data points</a:t>
            </a:r>
          </a:p>
        </p:txBody>
      </p:sp>
    </p:spTree>
    <p:extLst>
      <p:ext uri="{BB962C8B-B14F-4D97-AF65-F5344CB8AC3E}">
        <p14:creationId xmlns:p14="http://schemas.microsoft.com/office/powerpoint/2010/main" val="2833507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GRADIENT DESCENT , MCA Sem 1</a:t>
            </a:r>
          </a:p>
        </p:txBody>
      </p:sp>
      <p:sp>
        <p:nvSpPr>
          <p:cNvPr id="2" name="Vertical Title 1">
            <a:extLst>
              <a:ext uri="{FF2B5EF4-FFF2-40B4-BE49-F238E27FC236}">
                <a16:creationId xmlns:a16="http://schemas.microsoft.com/office/drawing/2014/main" id="{28DB6D91-4F11-D145-94AB-87D0BFBF5527}"/>
              </a:ext>
            </a:extLst>
          </p:cNvPr>
          <p:cNvSpPr>
            <a:spLocks noGrp="1"/>
          </p:cNvSpPr>
          <p:nvPr>
            <p:ph type="title" orient="vert" idx="4294967295"/>
          </p:nvPr>
        </p:nvSpPr>
        <p:spPr>
          <a:xfrm>
            <a:off x="3731172" y="2154676"/>
            <a:ext cx="5127625" cy="1419225"/>
          </a:xfrm>
        </p:spPr>
        <p:txBody>
          <a:bodyPr>
            <a:normAutofit/>
          </a:bodyPr>
          <a:lstStyle/>
          <a:p>
            <a:pPr algn="ctr"/>
            <a:r>
              <a:rPr lang="en-US" sz="6600"/>
              <a:t>THANK YOU</a:t>
            </a:r>
          </a:p>
        </p:txBody>
      </p:sp>
    </p:spTree>
    <p:extLst>
      <p:ext uri="{BB962C8B-B14F-4D97-AF65-F5344CB8AC3E}">
        <p14:creationId xmlns:p14="http://schemas.microsoft.com/office/powerpoint/2010/main" val="3772297824"/>
      </p:ext>
    </p:extLst>
  </p:cSld>
  <p:clrMapOvr>
    <a:masterClrMapping/>
  </p:clrMapOvr>
</p:sld>
</file>

<file path=ppt/theme/theme1.xml><?xml version="1.0" encoding="utf-8"?>
<a:theme xmlns:a="http://schemas.openxmlformats.org/drawingml/2006/main" name="Dark Academia">
  <a:themeElements>
    <a:clrScheme name="Custom 4">
      <a:dk1>
        <a:sysClr val="windowText" lastClr="000000"/>
      </a:dk1>
      <a:lt1>
        <a:srgbClr val="DFD2C4"/>
      </a:lt1>
      <a:dk2>
        <a:srgbClr val="2C3932"/>
      </a:dk2>
      <a:lt2>
        <a:srgbClr val="FFFFFF"/>
      </a:lt2>
      <a:accent1>
        <a:srgbClr val="DFD2C4"/>
      </a:accent1>
      <a:accent2>
        <a:srgbClr val="4B2B30"/>
      </a:accent2>
      <a:accent3>
        <a:srgbClr val="233343"/>
      </a:accent3>
      <a:accent4>
        <a:srgbClr val="5F3430"/>
      </a:accent4>
      <a:accent5>
        <a:srgbClr val="8296AA"/>
      </a:accent5>
      <a:accent6>
        <a:srgbClr val="631E13"/>
      </a:accent6>
      <a:hlink>
        <a:srgbClr val="D2BD9A"/>
      </a:hlink>
      <a:folHlink>
        <a:srgbClr val="C5D2CB"/>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Academia_Sales Presentation_win32_LW_V7" id="{533BF2EB-2BAD-4198-A303-6C5A3618DB67}" vid="{A686BBDF-92F9-4384-83C4-C0E135F23AA1}"/>
    </a:ext>
  </a:extLst>
</a:theme>
</file>

<file path=ppt/theme/theme2.xml><?xml version="1.0" encoding="utf-8"?>
<a:theme xmlns:a="http://schemas.openxmlformats.org/drawingml/2006/main" name="UPES Teaching Slides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PES Teaching Slides Theme" id="{43C8080A-1EA3-47D1-B3B7-189E51691CBF}" vid="{0BDF9598-F1D9-44E4-834E-A1336D07C8C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2.xml><?xml version="1.0" encoding="utf-8"?>
<ds:datastoreItem xmlns:ds="http://schemas.openxmlformats.org/officeDocument/2006/customXml" ds:itemID="{52BAF2CE-2C32-498E-B467-6C60C376794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2185BFC-6E97-4C88-9034-F2A7ED1C005E}">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26</Slides>
  <Notes>1</Notes>
  <HiddenSlides>0</HiddenSlides>
  <ScaleCrop>false</ScaleCrop>
  <HeadingPairs>
    <vt:vector size="4" baseType="variant">
      <vt:variant>
        <vt:lpstr>Theme</vt:lpstr>
      </vt:variant>
      <vt:variant>
        <vt:i4>2</vt:i4>
      </vt:variant>
      <vt:variant>
        <vt:lpstr>Slide Titles</vt:lpstr>
      </vt:variant>
      <vt:variant>
        <vt:i4>26</vt:i4>
      </vt:variant>
    </vt:vector>
  </HeadingPairs>
  <TitlesOfParts>
    <vt:vector size="28" baseType="lpstr">
      <vt:lpstr>Dark Academia</vt:lpstr>
      <vt:lpstr>UPES Teaching Slides Theme</vt:lpstr>
      <vt:lpstr>PowerPoint Presentation</vt:lpstr>
      <vt:lpstr>PowerPoint Presentation</vt:lpstr>
      <vt:lpstr>GRADIENT  DESCENT</vt:lpstr>
      <vt:lpstr>Agenda</vt:lpstr>
      <vt:lpstr>What is Gradient Descent?</vt:lpstr>
      <vt:lpstr>How Gradient Descent Works ? </vt:lpstr>
      <vt:lpstr>PowerPoint Presentation</vt:lpstr>
      <vt:lpstr>PowerPoint Presentation</vt:lpstr>
      <vt:lpstr>Type of Gradient Decent</vt:lpstr>
      <vt:lpstr>Quote</vt:lpstr>
      <vt:lpstr>Quote</vt:lpstr>
      <vt:lpstr>2. Stochastic Gradient Descent (SGD)  an optimization algorithm that updates model parameters using only one training example at a time to compute the gradient of the loss function  Pros: Faster updates (good for large datasets). Can escape local minima due to its noisy nature.  Cons: Noisy updates may never converge exactly. More fluctuation in loss.  Use : Online learning, large datasets </vt:lpstr>
      <vt:lpstr>Working of Stochastic Gradient Descent  Lets take  Dataset of 1000 samples and 20 epochs   For every sample the function will calculate and update weight and Bias once to achieve best fit line    the  updates of weights and bias will be  (no of samples *epochs) 20,000 times.    </vt:lpstr>
      <vt:lpstr>Quote</vt:lpstr>
      <vt:lpstr>Quote</vt:lpstr>
      <vt:lpstr>COMPARISON OF TYPES OF GRADIENT DESCENTS</vt:lpstr>
      <vt:lpstr>HOW DO THEY DIFFER FROM EACH OTHER?</vt:lpstr>
      <vt:lpstr>Gradient Descent Code Implementation</vt:lpstr>
      <vt:lpstr>PowerPoint Presentation</vt:lpstr>
      <vt:lpstr>PowerPoint Presentation</vt:lpstr>
      <vt:lpstr>PowerPoint Presentation</vt:lpstr>
      <vt:lpstr>Quote</vt:lpstr>
      <vt:lpstr>Quote</vt:lpstr>
      <vt:lpstr>Quote</vt:lpstr>
      <vt:lpstr>Quote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2025-08-21T15:59:41Z</dcterms:created>
  <dcterms:modified xsi:type="dcterms:W3CDTF">2025-10-07T14:40:57Z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