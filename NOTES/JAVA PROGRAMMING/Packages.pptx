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61" r:id="rId7"/>
    <p:sldId id="279" r:id="rId8"/>
    <p:sldId id="262" r:id="rId9"/>
    <p:sldId id="301" r:id="rId10"/>
    <p:sldId id="302" r:id="rId11"/>
    <p:sldId id="283" r:id="rId12"/>
    <p:sldId id="265" r:id="rId13"/>
    <p:sldId id="284" r:id="rId14"/>
    <p:sldId id="316" r:id="rId15"/>
    <p:sldId id="317" r:id="rId16"/>
    <p:sldId id="318" r:id="rId17"/>
    <p:sldId id="319" r:id="rId18"/>
    <p:sldId id="320" r:id="rId19"/>
    <p:sldId id="266" r:id="rId20"/>
    <p:sldId id="296" r:id="rId21"/>
    <p:sldId id="310" r:id="rId22"/>
    <p:sldId id="312" r:id="rId23"/>
    <p:sldId id="313" r:id="rId24"/>
    <p:sldId id="304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vojit Dhara" initials="S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695" autoAdjust="0"/>
  </p:normalViewPr>
  <p:slideViewPr>
    <p:cSldViewPr snapToGrid="0">
      <p:cViewPr varScale="1"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4A9E-73A7-414E-89A4-9929C052808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3138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JAVA Programming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2019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Course Instructor</a:t>
            </a:r>
            <a:r>
              <a:rPr lang="en-IN" sz="2800" dirty="0"/>
              <a:t>: </a:t>
            </a:r>
            <a:r>
              <a:rPr lang="en-IN" sz="2800" b="1" dirty="0" err="1">
                <a:solidFill>
                  <a:srgbClr val="7030A0"/>
                </a:solidFill>
              </a:rPr>
              <a:t>Dr.</a:t>
            </a:r>
            <a:r>
              <a:rPr lang="en-IN" sz="2800" b="1" dirty="0">
                <a:solidFill>
                  <a:srgbClr val="7030A0"/>
                </a:solidFill>
              </a:rPr>
              <a:t> S</a:t>
            </a:r>
            <a:r>
              <a:rPr lang="en-US" altLang="en-IN" sz="2800" b="1" dirty="0">
                <a:solidFill>
                  <a:srgbClr val="7030A0"/>
                </a:solidFill>
              </a:rPr>
              <a:t>yed Sajid Hussain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School of Computer Science</a:t>
            </a:r>
            <a:endParaRPr lang="en-IN" sz="28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UPES Dehradun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0575"/>
          </a:xfrm>
          <a:ln>
            <a:solidFill>
              <a:srgbClr val="C00000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TOPICs to be discussed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604891" y="2141582"/>
            <a:ext cx="5740453" cy="314385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Packages In Java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Use of Packages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Package Naming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Package Contents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Type Imports 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6095999" y="2141582"/>
            <a:ext cx="5407025" cy="21591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Access Protection for Packages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Built-in Packages in Java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Runtime Input in Java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36" y="1562098"/>
            <a:ext cx="9042401" cy="2828926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Let’s </a:t>
            </a:r>
            <a:r>
              <a:rPr lang="en-I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START …!!!</a:t>
            </a:r>
            <a:endParaRPr lang="en-IN" sz="5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25" y="2328862"/>
            <a:ext cx="41243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Packages in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858152"/>
            <a:ext cx="1001871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way to organize and group related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sub-packages (package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You can organize all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sorting-related java classes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one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class MyClass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\\class Members and methods. . 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structure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your code, making it more organized and easier to manage, especially in larger projects.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Use of Packages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667233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reusability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a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group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4309" y="2544143"/>
            <a:ext cx="100187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resolving naming collision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when multiple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same name.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4309" y="3421053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(hiding of classes, interfaces, etc.)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Thus, other programs cannot use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hidden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4309" y="4297963"/>
            <a:ext cx="1001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limitation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applied with the help of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4309" y="4990712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Nesting of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one package can be defined inside another package in hierarchical fashion to enhance code maintainability.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Package Naming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0" y="1642965"/>
            <a:ext cx="1001871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naming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follow some conventions: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Style: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usually defined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naming pattern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levels in the hierarchy separated by periods(.)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lowercase: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names should be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lowercase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follow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naming conventions. However, using capital letters in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names is allowed.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Confusing Names: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names for your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reflect the content of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contain.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Whitespace and Hyphens: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 using whitespace ( ) or hyphens (-) in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names; these are not allowed.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digits: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 digits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not start with a digit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2096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Package Contents</a:t>
            </a:r>
            <a:endParaRPr lang="en-US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4312" y="1690191"/>
            <a:ext cx="10018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90945" y="2355938"/>
            <a:ext cx="5396044" cy="107721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MyClass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\\class Members and methods. . 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6505" y="3662311"/>
            <a:ext cx="6094324" cy="107721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MyInterface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\\interface Members and methods. . 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77817" y="5005166"/>
            <a:ext cx="6094324" cy="132343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Package1;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Package1.Package2;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\\Package contents. . . 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Type Imports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09" y="1655691"/>
            <a:ext cx="100187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imports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you to use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other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needing to specify their fully qualified names every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make the code cleaner and easier to read.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66146" y="3234646"/>
            <a:ext cx="5690213" cy="138499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java.util.Date Today = new java.util.Date();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System.out.println(Today);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35470" y="4875157"/>
            <a:ext cx="5690213" cy="160043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java.util.Date;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Date Today = new Date();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System.out.println(Today);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8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Type Imports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924883"/>
            <a:ext cx="100187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Type Import: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 single type (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other content) from another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		import java.util.Date;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All Types from a Package: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all types from a specific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java.util.*;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Aft>
                <a:spcPts val="1200"/>
              </a:spcAft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Imports: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import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members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(variables or methods) of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use them without specifying the class name.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static java.lang.Math.PI;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for Packages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856658"/>
            <a:ext cx="1001871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the interplay between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four categories of visibility for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members.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package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Non-child 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package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packages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that are neither in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package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classes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lvl="2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different access specifiers: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(also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i.e., no access specifier) provide a variety of ways to produce the many levels of access required by these different categories.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for Packages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081" y="1972599"/>
            <a:ext cx="9432556" cy="4151871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in same Package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067" y="2440827"/>
            <a:ext cx="4976779" cy="362406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myPackage1;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int n = 1;  public int p = 2;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q = 3;   private int r = 4;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A");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 obj1 = new A();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19934" y="4125904"/>
            <a:ext cx="209923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constructor A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1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= 2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= 3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in same Package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1" y="2249908"/>
            <a:ext cx="4976779" cy="445506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myPackage1;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int n = 1;  public int p = 2;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q = 3;   private int r = 4;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A");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B()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B");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42464" y="2249908"/>
            <a:ext cx="5001237" cy="113107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 obj = new B();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5341" y="4477441"/>
            <a:ext cx="43376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r has private access in A      System.out.println("r = "+r);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in same Package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1" y="2146033"/>
            <a:ext cx="4976779" cy="466281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myPackage1;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int n = 1;  public int p = 2;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protected int q = 3;   private int r = 4;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A()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A");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C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A a = new A();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C()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C");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"+a.n);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"+a.p);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"+a.q);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"+a.r);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42464" y="2146033"/>
            <a:ext cx="5001237" cy="113107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C obj = new C();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5341" y="4477441"/>
            <a:ext cx="43376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r has private access in A      System.out.println("r = "+a.r);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in different Package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85761" y="2638402"/>
            <a:ext cx="4976779" cy="341632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myPackage2;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myPackage1.*;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X extends myPackage1.A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X()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X");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obj = new X();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65341" y="3617655"/>
            <a:ext cx="433768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n is not public in A; cannot be accessed from outside package System.out.println("n = "+a.n);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r has private access in A      System.out.println("r = "+a.r);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Access Protection in different Package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85761" y="2638402"/>
            <a:ext cx="4976779" cy="362406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package myPackage2;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myPackage1.*;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Y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Y()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A a = new A();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System.out.println("In constructor Y");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System.out.println("n = "+a.n);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System.out.println("p = "+a.p);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System.out.println("q = "+a.q);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System.out.println("r = "+a.r);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Y obj = new Y();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65341" y="2781278"/>
            <a:ext cx="433768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n is not public in A; cannot be accessed from outside package System.out.println("n = "+a.n);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q has protected access in A      System.out.println("q = "+a.q);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r has private access in A      System.out.println("r = "+a.r);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Built-in Packages in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0" y="1780521"/>
            <a:ext cx="1001871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many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packages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consist of a large number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are a part of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Some of the commonly used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packages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java.lang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language support classes(e.g., classes which defines primitive data types, math operations). This package is automatically imported.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classes for supporting input / output operations.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java.util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utility classes which implement data structures like Linked List, Dictionary and support classes for Date / Time operations.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java.applet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classes for creating Applets.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java.awt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 classes for implementing the components for graphical user interfaces (like button , menus, etc.).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Contain classes for supporting networking operations.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java.sql: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classes for accessing and processing data stored in a database.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Runtime input in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661724"/>
            <a:ext cx="10018712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read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user at runtime using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‘Scanner’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part of the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java.util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Here’s how you can use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‘Scanner’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read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console during program execution: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the Scanner class: import java.util.Scanner;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Scanner object: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Scanner scanner = new Scanner(System.in);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You can now use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‘Scanner’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to read various types of input, such as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integers, doubles, strings, etc.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>
              <a:spcAft>
                <a:spcPts val="600"/>
              </a:spcAft>
              <a:buAutoNum type="arabicPeriod" startAt="3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input from the user. Use methods like next(), nextInt(), nextDouble(),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etc., to read input from the user.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Runtime input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36971" y="1627013"/>
            <a:ext cx="5740454" cy="466281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java.util.Scanner;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InputExample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Scanner scanner = new Scanner(System.in);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System.out.print("Enter a string: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String s = scanner.next();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System.out.print("Enter an integer: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int n = scanner.nextInt();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System.out.print("Enter a double: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double d = scanner.nextDouble();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scanner.close();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System.out.println("You entered...: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System.out.println("String: "+s);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System.out.println("Integer: "+n);  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System.out.println("Double: "+d);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95080" y="3735283"/>
            <a:ext cx="338308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string: Java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an integer: 4003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double:  23.45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entered…: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String: Java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Integer: 4003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Double: 23.45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next() vs nextLine() for String input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83828" y="1544068"/>
            <a:ext cx="5037069" cy="258532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java.util.Scanner;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StringInput1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Scanner scanner = new Scanner(System.in);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System.out.print("Enter a string: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String s = scanner.next();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scanner.close();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System.out.println("You entered: "+s);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70783" y="4298269"/>
            <a:ext cx="3383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string: Hello UPES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entered: Hello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1177" y="1544068"/>
            <a:ext cx="5037069" cy="258532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java.util.Scanner;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StringInput2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Scanner scanner = new Scanner(System.in);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System.out.print("Enter a string: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String s = scanner.nextLine();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scanner.close();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System.out.println("You entered: "+s);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75157" y="4298269"/>
            <a:ext cx="33830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string: Hello UPES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entered: Hello UPES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70783" y="5646913"/>
            <a:ext cx="92322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input string up to the first whitespace.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nextLine()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input string up to the enter key.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7" grpId="0"/>
      <p:bldP spid="9" grpId="0" animBg="1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Single Character input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67114" y="3619800"/>
            <a:ext cx="5037069" cy="258532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java.util.Scanner;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 CharInput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Scanner scanner = new Scanner(System.in);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System.out.print("Enter a character: ");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char ch= scanner.next().charAt(0);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scanner.close();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System.out.println("You entered: "+ch);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3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19935" y="4281519"/>
            <a:ext cx="338308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character: j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entered: j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a character: java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entered: j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606985"/>
            <a:ext cx="100187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input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character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use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charAt()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method, present in the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java.lang.String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only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character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 a string. Hence, even if mistakenly more than one characters are entered, only the first character is taken as input.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Summary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931398"/>
            <a:ext cx="57546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learned about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definition, use in Java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naming conventions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imports </a:t>
            </a: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(Single type, All type, Static import)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protection for Packages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Built-in Packages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29434" y="2509744"/>
            <a:ext cx="426402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user input in Java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next() vs nextLine() method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character input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Thank You Images – Browse 301,010 Stock Photos, Vectors, and Video | Adobe  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714500"/>
            <a:ext cx="8058150" cy="3429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11221</Words>
  <Application>WPS Presentation</Application>
  <PresentationFormat>Widescreen</PresentationFormat>
  <Paragraphs>429</Paragraphs>
  <Slides>23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Arial</vt:lpstr>
      <vt:lpstr>Arial Black</vt:lpstr>
      <vt:lpstr>Times New Roman</vt:lpstr>
      <vt:lpstr>Courier New</vt:lpstr>
      <vt:lpstr>Corbel</vt:lpstr>
      <vt:lpstr>Microsoft YaHei</vt:lpstr>
      <vt:lpstr>Arial Unicode MS</vt:lpstr>
      <vt:lpstr>Calibri</vt:lpstr>
      <vt:lpstr>Parallax</vt:lpstr>
      <vt:lpstr>JAVA Programming</vt:lpstr>
      <vt:lpstr>TOPICs to be discussed</vt:lpstr>
      <vt:lpstr>Let’s START …!!!</vt:lpstr>
      <vt:lpstr>Packages in Java</vt:lpstr>
      <vt:lpstr>Use of Packages</vt:lpstr>
      <vt:lpstr>Package Naming</vt:lpstr>
      <vt:lpstr>Package Contents</vt:lpstr>
      <vt:lpstr>Type Imports</vt:lpstr>
      <vt:lpstr>Type Imports</vt:lpstr>
      <vt:lpstr>Access Protection for Packages</vt:lpstr>
      <vt:lpstr>Access Protection for Packages</vt:lpstr>
      <vt:lpstr>Access Protection in same Package (Example)</vt:lpstr>
      <vt:lpstr>Access Protection in same Package (Example)</vt:lpstr>
      <vt:lpstr>Access Protection in same Package (Example)</vt:lpstr>
      <vt:lpstr>Access Protection in different Package (Example)</vt:lpstr>
      <vt:lpstr>Access Protection in different Package (Example)</vt:lpstr>
      <vt:lpstr>Built-in Packages in Java</vt:lpstr>
      <vt:lpstr>Runtime input in Java</vt:lpstr>
      <vt:lpstr>Runtime input (Example)</vt:lpstr>
      <vt:lpstr>next() vs nextLine() for String input</vt:lpstr>
      <vt:lpstr>Single Character input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Suvojit Dhara</dc:creator>
  <cp:lastModifiedBy>syed sajid</cp:lastModifiedBy>
  <cp:revision>427</cp:revision>
  <dcterms:created xsi:type="dcterms:W3CDTF">2024-06-05T06:37:00Z</dcterms:created>
  <dcterms:modified xsi:type="dcterms:W3CDTF">2025-09-17T06:38:25Z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34F392F8A63945278DB52D26C282401B_12</vt:lpwstr>
  </property>
  <property fmtid="{D5CDD505-2E9C-101B-9397-08002B2CF9AE}" pid="3" name="KSOProductBuildVer">
    <vt:lpwstr>1033-12.2.0.21931</vt:lpwstr>
  </property>
</Properties>
</file>