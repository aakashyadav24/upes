
<file path=[Content_Types].xml><?xml version="1.0" encoding="utf-8"?>
<Types xmlns="http://schemas.openxmlformats.org/package/2006/content-types">
  <Default Extension="jpeg" ContentType="image/jpeg"/>
  <Default Extension="JPG" ContentType="image/.jp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commentAuthors.xml" ContentType="application/vnd.openxmlformats-officedocument.presentationml.commentAuthor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15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5"/>
  </p:notesMasterIdLst>
  <p:sldIdLst>
    <p:sldId id="256" r:id="rId3"/>
    <p:sldId id="257" r:id="rId4"/>
    <p:sldId id="260" r:id="rId6"/>
    <p:sldId id="261" r:id="rId7"/>
    <p:sldId id="279" r:id="rId8"/>
    <p:sldId id="262" r:id="rId9"/>
    <p:sldId id="301" r:id="rId10"/>
    <p:sldId id="302" r:id="rId11"/>
    <p:sldId id="290" r:id="rId12"/>
    <p:sldId id="305" r:id="rId13"/>
    <p:sldId id="306" r:id="rId14"/>
    <p:sldId id="283" r:id="rId15"/>
    <p:sldId id="264" r:id="rId16"/>
    <p:sldId id="307" r:id="rId17"/>
    <p:sldId id="265" r:id="rId18"/>
    <p:sldId id="284" r:id="rId19"/>
    <p:sldId id="295" r:id="rId20"/>
    <p:sldId id="266" r:id="rId21"/>
    <p:sldId id="296" r:id="rId22"/>
    <p:sldId id="304" r:id="rId23"/>
    <p:sldId id="273" r:id="rId24"/>
  </p:sldIdLst>
  <p:sldSz cx="12192000" cy="6858000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Suvojit Dhara" initials="SD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9900"/>
    <a:srgbClr val="005392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89695" autoAdjust="0"/>
  </p:normalViewPr>
  <p:slideViewPr>
    <p:cSldViewPr snapToGrid="0">
      <p:cViewPr varScale="1">
        <p:scale>
          <a:sx n="57" d="100"/>
          <a:sy n="57" d="100"/>
        </p:scale>
        <p:origin x="992" y="32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notesMaster" Target="notesMasters/notesMaster1.xml"/><Relationship Id="rId4" Type="http://schemas.openxmlformats.org/officeDocument/2006/relationships/slide" Target="slides/slide2.xml"/><Relationship Id="rId3" Type="http://schemas.openxmlformats.org/officeDocument/2006/relationships/slide" Target="slides/slide1.xml"/><Relationship Id="rId28" Type="http://schemas.openxmlformats.org/officeDocument/2006/relationships/commentAuthors" Target="commentAuthors.xml"/><Relationship Id="rId27" Type="http://schemas.openxmlformats.org/officeDocument/2006/relationships/tableStyles" Target="tableStyles.xml"/><Relationship Id="rId26" Type="http://schemas.openxmlformats.org/officeDocument/2006/relationships/viewProps" Target="viewProps.xml"/><Relationship Id="rId25" Type="http://schemas.openxmlformats.org/officeDocument/2006/relationships/presProps" Target="presProps.xml"/><Relationship Id="rId24" Type="http://schemas.openxmlformats.org/officeDocument/2006/relationships/slide" Target="slides/slide21.xml"/><Relationship Id="rId23" Type="http://schemas.openxmlformats.org/officeDocument/2006/relationships/slide" Target="slides/slide20.xml"/><Relationship Id="rId22" Type="http://schemas.openxmlformats.org/officeDocument/2006/relationships/slide" Target="slides/slide19.xml"/><Relationship Id="rId21" Type="http://schemas.openxmlformats.org/officeDocument/2006/relationships/slide" Target="slides/slide18.xml"/><Relationship Id="rId20" Type="http://schemas.openxmlformats.org/officeDocument/2006/relationships/slide" Target="slides/slide17.xml"/><Relationship Id="rId2" Type="http://schemas.openxmlformats.org/officeDocument/2006/relationships/theme" Target="theme/theme1.xml"/><Relationship Id="rId19" Type="http://schemas.openxmlformats.org/officeDocument/2006/relationships/slide" Target="slides/slide16.xml"/><Relationship Id="rId18" Type="http://schemas.openxmlformats.org/officeDocument/2006/relationships/slide" Target="slides/slide15.xml"/><Relationship Id="rId17" Type="http://schemas.openxmlformats.org/officeDocument/2006/relationships/slide" Target="slides/slide14.xml"/><Relationship Id="rId16" Type="http://schemas.openxmlformats.org/officeDocument/2006/relationships/slide" Target="slides/slide13.xml"/><Relationship Id="rId15" Type="http://schemas.openxmlformats.org/officeDocument/2006/relationships/slide" Target="slides/slide12.xml"/><Relationship Id="rId14" Type="http://schemas.openxmlformats.org/officeDocument/2006/relationships/slide" Target="slides/slide11.xml"/><Relationship Id="rId13" Type="http://schemas.openxmlformats.org/officeDocument/2006/relationships/slide" Target="slides/slide10.xml"/><Relationship Id="rId12" Type="http://schemas.openxmlformats.org/officeDocument/2006/relationships/slide" Target="slides/slide9.xml"/><Relationship Id="rId11" Type="http://schemas.openxmlformats.org/officeDocument/2006/relationships/slide" Target="slides/slide8.xml"/><Relationship Id="rId10" Type="http://schemas.openxmlformats.org/officeDocument/2006/relationships/slide" Target="slides/slide7.xml"/><Relationship Id="rId1" Type="http://schemas.openxmlformats.org/officeDocument/2006/relationships/slideMaster" Target="slideMasters/slideMaster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DCBA4A9E-73A7-414E-89A4-9929C052808D}" type="datetimeFigureOut">
              <a:rPr lang="en-IN" smtClean="0"/>
            </a:fld>
            <a:endParaRPr lang="en-IN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IN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5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6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7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8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9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0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2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3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4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5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6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7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8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9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20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IN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5DC0073A-2FF4-46D2-A80A-0D66A90A4967}" type="slidenum">
              <a:rPr lang="en-IN" smtClean="0"/>
            </a:fld>
            <a:endParaRPr lang="en-IN"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9" name="Group 18"/>
          <p:cNvGrpSpPr/>
          <p:nvPr/>
        </p:nvGrpSpPr>
        <p:grpSpPr>
          <a:xfrm>
            <a:off x="546100" y="-4763"/>
            <a:ext cx="5014912" cy="6862763"/>
            <a:chOff x="2928938" y="-4763"/>
            <a:chExt cx="5014912" cy="6862763"/>
          </a:xfrm>
        </p:grpSpPr>
        <p:sp>
          <p:nvSpPr>
            <p:cNvPr id="22" name="Freeform 6"/>
            <p:cNvSpPr/>
            <p:nvPr/>
          </p:nvSpPr>
          <p:spPr bwMode="auto">
            <a:xfrm>
              <a:off x="3367088" y="-4763"/>
              <a:ext cx="1063625" cy="2782888"/>
            </a:xfrm>
            <a:custGeom>
              <a:avLst/>
              <a:gdLst/>
              <a:ahLst/>
              <a:cxnLst/>
              <a:rect l="0" t="0" r="r" b="b"/>
              <a:pathLst>
                <a:path w="670" h="1753">
                  <a:moveTo>
                    <a:pt x="0" y="1696"/>
                  </a:moveTo>
                  <a:lnTo>
                    <a:pt x="225" y="1753"/>
                  </a:lnTo>
                  <a:lnTo>
                    <a:pt x="670" y="0"/>
                  </a:lnTo>
                  <a:lnTo>
                    <a:pt x="430" y="0"/>
                  </a:lnTo>
                  <a:lnTo>
                    <a:pt x="0" y="1696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23" name="Freeform 7"/>
            <p:cNvSpPr/>
            <p:nvPr/>
          </p:nvSpPr>
          <p:spPr bwMode="auto">
            <a:xfrm>
              <a:off x="2928938" y="-4763"/>
              <a:ext cx="1035050" cy="2673350"/>
            </a:xfrm>
            <a:custGeom>
              <a:avLst/>
              <a:gdLst/>
              <a:ahLst/>
              <a:cxnLst/>
              <a:rect l="0" t="0" r="r" b="b"/>
              <a:pathLst>
                <a:path w="652" h="1684">
                  <a:moveTo>
                    <a:pt x="225" y="1684"/>
                  </a:moveTo>
                  <a:lnTo>
                    <a:pt x="652" y="0"/>
                  </a:lnTo>
                  <a:lnTo>
                    <a:pt x="411" y="0"/>
                  </a:lnTo>
                  <a:lnTo>
                    <a:pt x="0" y="1627"/>
                  </a:lnTo>
                  <a:lnTo>
                    <a:pt x="219" y="1681"/>
                  </a:lnTo>
                  <a:lnTo>
                    <a:pt x="225" y="1684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24" name="Freeform 9"/>
            <p:cNvSpPr/>
            <p:nvPr/>
          </p:nvSpPr>
          <p:spPr bwMode="auto">
            <a:xfrm>
              <a:off x="2928938" y="2582862"/>
              <a:ext cx="2693987" cy="4275138"/>
            </a:xfrm>
            <a:custGeom>
              <a:avLst/>
              <a:gdLst/>
              <a:ahLst/>
              <a:cxnLst/>
              <a:rect l="0" t="0" r="r" b="b"/>
              <a:pathLst>
                <a:path w="1697" h="2693">
                  <a:moveTo>
                    <a:pt x="0" y="0"/>
                  </a:moveTo>
                  <a:lnTo>
                    <a:pt x="1622" y="2693"/>
                  </a:lnTo>
                  <a:lnTo>
                    <a:pt x="1697" y="2693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25" name="Freeform 10"/>
            <p:cNvSpPr/>
            <p:nvPr/>
          </p:nvSpPr>
          <p:spPr bwMode="auto">
            <a:xfrm>
              <a:off x="3371850" y="2692400"/>
              <a:ext cx="3332162" cy="4165600"/>
            </a:xfrm>
            <a:custGeom>
              <a:avLst/>
              <a:gdLst/>
              <a:ahLst/>
              <a:cxnLst/>
              <a:rect l="0" t="0" r="r" b="b"/>
              <a:pathLst>
                <a:path w="2099" h="2624">
                  <a:moveTo>
                    <a:pt x="2099" y="2624"/>
                  </a:moveTo>
                  <a:lnTo>
                    <a:pt x="0" y="0"/>
                  </a:lnTo>
                  <a:lnTo>
                    <a:pt x="2021" y="2624"/>
                  </a:lnTo>
                  <a:lnTo>
                    <a:pt x="2099" y="2624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26" name="Freeform 11"/>
            <p:cNvSpPr/>
            <p:nvPr/>
          </p:nvSpPr>
          <p:spPr bwMode="auto">
            <a:xfrm>
              <a:off x="3367088" y="2687637"/>
              <a:ext cx="4576762" cy="4170363"/>
            </a:xfrm>
            <a:custGeom>
              <a:avLst/>
              <a:gdLst/>
              <a:ahLst/>
              <a:cxnLst/>
              <a:rect l="0" t="0" r="r" b="b"/>
              <a:pathLst>
                <a:path w="2883" h="2627">
                  <a:moveTo>
                    <a:pt x="0" y="0"/>
                  </a:moveTo>
                  <a:lnTo>
                    <a:pt x="3" y="3"/>
                  </a:lnTo>
                  <a:lnTo>
                    <a:pt x="2102" y="2627"/>
                  </a:lnTo>
                  <a:lnTo>
                    <a:pt x="2883" y="2627"/>
                  </a:lnTo>
                  <a:lnTo>
                    <a:pt x="225" y="5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27" name="Freeform 12"/>
            <p:cNvSpPr/>
            <p:nvPr/>
          </p:nvSpPr>
          <p:spPr bwMode="auto">
            <a:xfrm>
              <a:off x="2928938" y="2578100"/>
              <a:ext cx="3584575" cy="4279900"/>
            </a:xfrm>
            <a:custGeom>
              <a:avLst/>
              <a:gdLst/>
              <a:ahLst/>
              <a:cxnLst/>
              <a:rect l="0" t="0" r="r" b="b"/>
              <a:pathLst>
                <a:path w="2258" h="2696">
                  <a:moveTo>
                    <a:pt x="2258" y="2696"/>
                  </a:moveTo>
                  <a:lnTo>
                    <a:pt x="264" y="111"/>
                  </a:lnTo>
                  <a:lnTo>
                    <a:pt x="228" y="60"/>
                  </a:lnTo>
                  <a:lnTo>
                    <a:pt x="225" y="57"/>
                  </a:lnTo>
                  <a:lnTo>
                    <a:pt x="0" y="0"/>
                  </a:lnTo>
                  <a:lnTo>
                    <a:pt x="0" y="3"/>
                  </a:lnTo>
                  <a:lnTo>
                    <a:pt x="1697" y="2696"/>
                  </a:lnTo>
                  <a:lnTo>
                    <a:pt x="2258" y="2696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928401" y="1380068"/>
            <a:ext cx="8574622" cy="2616199"/>
          </a:xfrm>
        </p:spPr>
        <p:txBody>
          <a:bodyPr anchor="b">
            <a:normAutofit/>
          </a:bodyPr>
          <a:lstStyle>
            <a:lvl1pPr algn="r">
              <a:defRPr sz="6000">
                <a:effectLst/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4515377" y="3996267"/>
            <a:ext cx="6987645" cy="1388534"/>
          </a:xfrm>
        </p:spPr>
        <p:txBody>
          <a:bodyPr anchor="t">
            <a:normAutofit/>
          </a:bodyPr>
          <a:lstStyle>
            <a:lvl1pPr marL="0" indent="0" algn="r">
              <a:buNone/>
              <a:defRPr sz="2100">
                <a:solidFill>
                  <a:schemeClr val="tx1"/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>
          <a:xfrm>
            <a:off x="5332412" y="5883275"/>
            <a:ext cx="4324044" cy="365125"/>
          </a:xfrm>
        </p:spPr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 anchor="ctr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>
          <a:xfrm>
            <a:off x="10951856" y="5867131"/>
            <a:ext cx="551167" cy="365125"/>
          </a:xfrm>
        </p:spPr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572279" y="2666999"/>
            <a:ext cx="8930747" cy="2110382"/>
          </a:xfrm>
        </p:spPr>
        <p:txBody>
          <a:bodyPr anchor="b"/>
          <a:lstStyle>
            <a:lvl1pPr algn="r">
              <a:defRPr sz="40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572278" y="4777381"/>
            <a:ext cx="8930748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</p:spPr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484312" y="2666999"/>
            <a:ext cx="4895055" cy="3124201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607967" y="2667000"/>
            <a:ext cx="4895056" cy="3124200"/>
          </a:xfrm>
        </p:spPr>
        <p:txBody>
          <a:bodyPr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772179" y="2658533"/>
            <a:ext cx="4607188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484311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880487" y="2667000"/>
            <a:ext cx="4622537" cy="576262"/>
          </a:xfrm>
        </p:spPr>
        <p:txBody>
          <a:bodyPr anchor="b">
            <a:noAutofit/>
          </a:bodyPr>
          <a:lstStyle>
            <a:lvl1pPr marL="0" indent="0">
              <a:buNone/>
              <a:defRPr sz="2800" b="0">
                <a:solidFill>
                  <a:schemeClr val="accent1">
                    <a:lumMod val="75000"/>
                  </a:schemeClr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607967" y="3335337"/>
            <a:ext cx="4895056" cy="2455862"/>
          </a:xfrm>
        </p:spPr>
        <p:txBody>
          <a:bodyPr anchor="t">
            <a:normAutofit/>
          </a:bodyPr>
          <a:lstStyle>
            <a:lvl1pPr>
              <a:defRPr sz="1800"/>
            </a:lvl1pPr>
            <a:lvl2pPr>
              <a:defRPr sz="1600"/>
            </a:lvl2pPr>
            <a:lvl3pPr>
              <a:defRPr sz="140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1600200"/>
            <a:ext cx="3549121" cy="1371600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5262033" y="685799"/>
            <a:ext cx="6240990" cy="5105401"/>
          </a:xfrm>
        </p:spPr>
        <p:txBody>
          <a:bodyPr anchor="ctr">
            <a:normAutofit/>
          </a:bodyPr>
          <a:lstStyle>
            <a:lvl1pPr>
              <a:defRPr sz="2000"/>
            </a:lvl1pPr>
            <a:lvl2pPr>
              <a:defRPr sz="1800"/>
            </a:lvl2pPr>
            <a:lvl3pPr>
              <a:defRPr sz="1600"/>
            </a:lvl3pPr>
            <a:lvl4pPr>
              <a:defRPr sz="1400"/>
            </a:lvl4pPr>
            <a:lvl5pPr>
              <a:defRPr sz="1400"/>
            </a:lvl5pPr>
            <a:lvl6pPr>
              <a:defRPr sz="1400"/>
            </a:lvl6pPr>
            <a:lvl7pPr>
              <a:defRPr sz="1400"/>
            </a:lvl7pPr>
            <a:lvl8pPr>
              <a:defRPr sz="1400"/>
            </a:lvl8pPr>
            <a:lvl9pPr>
              <a:defRPr sz="14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2" y="2971800"/>
            <a:ext cx="3549121" cy="1828800"/>
          </a:xfrm>
        </p:spPr>
        <p:txBody>
          <a:bodyPr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2724" y="1752599"/>
            <a:ext cx="5426158" cy="1371600"/>
          </a:xfrm>
        </p:spPr>
        <p:txBody>
          <a:bodyPr anchor="b">
            <a:normAutofit/>
          </a:bodyPr>
          <a:lstStyle>
            <a:lvl1pPr algn="ctr">
              <a:defRPr sz="28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4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7594682" y="914400"/>
            <a:ext cx="3280974" cy="4572000"/>
          </a:xfrm>
          <a:prstGeom prst="roundRect">
            <a:avLst>
              <a:gd name="adj" fmla="val 42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2724" y="3124199"/>
            <a:ext cx="5426158" cy="1828800"/>
          </a:xfrm>
        </p:spPr>
        <p:txBody>
          <a:bodyPr>
            <a:normAutofit/>
          </a:bodyPr>
          <a:lstStyle>
            <a:lvl1pPr marL="0" indent="0" algn="ctr">
              <a:buNone/>
              <a:defRPr sz="18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Panoramic 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4732865"/>
            <a:ext cx="10018711" cy="566738"/>
          </a:xfrm>
        </p:spPr>
        <p:txBody>
          <a:bodyPr anchor="b">
            <a:normAutofit/>
          </a:bodyPr>
          <a:lstStyle>
            <a:lvl1pPr algn="ctr">
              <a:defRPr sz="2400" b="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Picture Placeholder 2"/>
          <p:cNvSpPr>
            <a:spLocks noGrp="1" noChangeAspect="1"/>
          </p:cNvSpPr>
          <p:nvPr>
            <p:ph type="pic" idx="1"/>
          </p:nvPr>
        </p:nvSpPr>
        <p:spPr>
          <a:xfrm>
            <a:off x="2386012" y="932112"/>
            <a:ext cx="8225944" cy="3164976"/>
          </a:xfrm>
          <a:prstGeom prst="roundRect">
            <a:avLst>
              <a:gd name="adj" fmla="val 4380"/>
            </a:avLst>
          </a:prstGeom>
          <a:ln w="38100">
            <a:gradFill flip="none" rotWithShape="1">
              <a:gsLst>
                <a:gs pos="0">
                  <a:schemeClr val="bg2"/>
                </a:gs>
                <a:gs pos="100000">
                  <a:schemeClr val="bg2">
                    <a:lumMod val="75000"/>
                  </a:schemeClr>
                </a:gs>
              </a:gsLst>
              <a:lin ang="5400000" scaled="0"/>
              <a:tileRect/>
            </a:gradFill>
          </a:ln>
          <a:effectLst>
            <a:innerShdw blurRad="57150" dist="38100" dir="14460000">
              <a:srgbClr val="000000">
                <a:alpha val="70000"/>
              </a:srgbClr>
            </a:innerShdw>
          </a:effectLst>
        </p:spPr>
        <p:txBody>
          <a:bodyPr anchor="t">
            <a:normAutofit/>
          </a:bodyPr>
          <a:lstStyle>
            <a:lvl1pPr marL="0" indent="0" algn="ctr">
              <a:buNone/>
              <a:defRPr sz="1600"/>
            </a:lvl1pPr>
            <a:lvl2pPr marL="457200" indent="0">
              <a:buNone/>
              <a:defRPr sz="1600"/>
            </a:lvl2pPr>
            <a:lvl3pPr marL="914400" indent="0">
              <a:buNone/>
              <a:defRPr sz="1600"/>
            </a:lvl3pPr>
            <a:lvl4pPr marL="1371600" indent="0">
              <a:buNone/>
              <a:defRPr sz="1600"/>
            </a:lvl4pPr>
            <a:lvl5pPr marL="1828800" indent="0">
              <a:buNone/>
              <a:defRPr sz="1600"/>
            </a:lvl5pPr>
            <a:lvl6pPr marL="2286000" indent="0">
              <a:buNone/>
              <a:defRPr sz="1600"/>
            </a:lvl6pPr>
            <a:lvl7pPr marL="2743200" indent="0">
              <a:buNone/>
              <a:defRPr sz="1600"/>
            </a:lvl7pPr>
            <a:lvl8pPr marL="3200400" indent="0">
              <a:buNone/>
              <a:defRPr sz="1600"/>
            </a:lvl8pPr>
            <a:lvl9pPr marL="3657600" indent="0">
              <a:buNone/>
              <a:defRPr sz="1600"/>
            </a:lvl9pPr>
          </a:lstStyle>
          <a:p>
            <a:r>
              <a:rPr lang="en-US"/>
              <a:t>Click icon to add picture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484311" y="5299603"/>
            <a:ext cx="10018711" cy="493712"/>
          </a:xfrm>
        </p:spPr>
        <p:txBody>
          <a:bodyPr>
            <a:normAutofit/>
          </a:bodyPr>
          <a:lstStyle>
            <a:lvl1pPr marL="0" indent="0" algn="ctr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itle and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2" y="685800"/>
            <a:ext cx="10018711" cy="3048000"/>
          </a:xfrm>
        </p:spPr>
        <p:txBody>
          <a:bodyPr anchor="ctr">
            <a:normAutofit/>
          </a:bodyPr>
          <a:lstStyle>
            <a:lvl1pPr algn="ct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343400"/>
            <a:ext cx="10018713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2436811" y="3428999"/>
            <a:ext cx="8532815" cy="381000"/>
          </a:xfrm>
        </p:spPr>
        <p:txBody>
          <a:bodyPr anchor="ctr">
            <a:normAutofit/>
          </a:bodyPr>
          <a:lstStyle>
            <a:lvl1pPr marL="0" indent="0">
              <a:buFontTx/>
              <a:buNone/>
              <a:defRPr sz="1800"/>
            </a:lvl1pPr>
            <a:lvl2pPr marL="457200" indent="0">
              <a:buFontTx/>
              <a:buNone/>
              <a:defRPr/>
            </a:lvl2pPr>
            <a:lvl3pPr marL="914400" indent="0">
              <a:buFontTx/>
              <a:buNone/>
              <a:defRPr/>
            </a:lvl3pPr>
            <a:lvl4pPr marL="1371600" indent="0">
              <a:buFontTx/>
              <a:buNone/>
              <a:defRPr/>
            </a:lvl4pPr>
            <a:lvl5pPr marL="1828800" indent="0">
              <a:buFontTx/>
              <a:buNone/>
              <a:defRPr/>
            </a:lvl5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1" cy="1447800"/>
          </a:xfrm>
        </p:spPr>
        <p:txBody>
          <a:bodyPr anchor="ctr">
            <a:normAutofit/>
          </a:bodyPr>
          <a:lstStyle>
            <a:lvl1pPr marL="0" indent="0" algn="ct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3308581"/>
            <a:ext cx="10018709" cy="1468800"/>
          </a:xfrm>
        </p:spPr>
        <p:txBody>
          <a:bodyPr anchor="b">
            <a:normAutofit/>
          </a:bodyPr>
          <a:lstStyle>
            <a:lvl1pPr algn="r">
              <a:defRPr sz="3200" b="0" cap="none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7381"/>
            <a:ext cx="10018710" cy="860400"/>
          </a:xfrm>
        </p:spPr>
        <p:txBody>
          <a:bodyPr anchor="t">
            <a:normAutofit/>
          </a:bodyPr>
          <a:lstStyle>
            <a:lvl1pPr marL="0" indent="0" algn="r"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Quote Name Card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" name="TextBox 13"/>
          <p:cNvSpPr txBox="1"/>
          <p:nvPr/>
        </p:nvSpPr>
        <p:spPr>
          <a:xfrm>
            <a:off x="1598612" y="863023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/>
            <a:r>
              <a:rPr lang="en-US" sz="8000" dirty="0">
                <a:solidFill>
                  <a:schemeClr val="tx1"/>
                </a:solidFill>
                <a:effectLst/>
              </a:rPr>
              <a:t>“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15" name="TextBox 14"/>
          <p:cNvSpPr txBox="1"/>
          <p:nvPr/>
        </p:nvSpPr>
        <p:spPr>
          <a:xfrm>
            <a:off x="10893425" y="2819399"/>
            <a:ext cx="609600" cy="584776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>
              <a:spcBef>
                <a:spcPct val="0"/>
              </a:spcBef>
              <a:buNone/>
              <a:defRPr sz="3200" b="0" cap="all">
                <a:ln w="3175" cmpd="sng">
                  <a:noFill/>
                </a:ln>
                <a:effectLst>
                  <a:glow rad="38100">
                    <a:schemeClr val="bg1">
                      <a:lumMod val="65000"/>
                      <a:lumOff val="35000"/>
                      <a:alpha val="40000"/>
                    </a:schemeClr>
                  </a:glow>
                  <a:outerShdw blurRad="28575" dist="38100" dir="1404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lvl2pPr>
              <a:defRPr>
                <a:solidFill>
                  <a:schemeClr val="tx2"/>
                </a:solidFill>
              </a:defRPr>
            </a:lvl2pPr>
            <a:lvl3pPr>
              <a:defRPr>
                <a:solidFill>
                  <a:schemeClr val="tx2"/>
                </a:solidFill>
              </a:defRPr>
            </a:lvl3pPr>
            <a:lvl4pPr>
              <a:defRPr>
                <a:solidFill>
                  <a:schemeClr val="tx2"/>
                </a:solidFill>
              </a:defRPr>
            </a:lvl4pPr>
            <a:lvl5pPr>
              <a:defRPr>
                <a:solidFill>
                  <a:schemeClr val="tx2"/>
                </a:solidFill>
              </a:defRPr>
            </a:lvl5pPr>
            <a:lvl6pPr>
              <a:defRPr>
                <a:solidFill>
                  <a:schemeClr val="tx2"/>
                </a:solidFill>
              </a:defRPr>
            </a:lvl6pPr>
            <a:lvl7pPr>
              <a:defRPr>
                <a:solidFill>
                  <a:schemeClr val="tx2"/>
                </a:solidFill>
              </a:defRPr>
            </a:lvl7pPr>
            <a:lvl8pPr>
              <a:defRPr>
                <a:solidFill>
                  <a:schemeClr val="tx2"/>
                </a:solidFill>
              </a:defRPr>
            </a:lvl8pPr>
            <a:lvl9pPr>
              <a:defRPr>
                <a:solidFill>
                  <a:schemeClr val="tx2"/>
                </a:solidFill>
              </a:defRPr>
            </a:lvl9pPr>
          </a:lstStyle>
          <a:p>
            <a:pPr lvl="0" algn="r"/>
            <a:r>
              <a:rPr lang="en-US" sz="8000" dirty="0">
                <a:solidFill>
                  <a:schemeClr val="tx1"/>
                </a:solidFill>
                <a:effectLst/>
              </a:rPr>
              <a:t>”</a:t>
            </a:r>
            <a:endParaRPr lang="en-US" sz="8000" dirty="0">
              <a:solidFill>
                <a:schemeClr val="tx1"/>
              </a:solidFill>
              <a:effectLst/>
            </a:endParaRPr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08212" y="685800"/>
            <a:ext cx="8990012" cy="2743199"/>
          </a:xfrm>
        </p:spPr>
        <p:txBody>
          <a:bodyPr anchor="ctr">
            <a:normAutofit/>
          </a:bodyPr>
          <a:lstStyle>
            <a:lvl1pPr algn="ctr">
              <a:defRPr sz="3200" b="0" cap="none">
                <a:solidFill>
                  <a:schemeClr val="tx1"/>
                </a:solidFill>
              </a:defRPr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3" y="3886200"/>
            <a:ext cx="10018710" cy="889000"/>
          </a:xfrm>
        </p:spPr>
        <p:txBody>
          <a:bodyPr vert="horz" lIns="91440" tIns="45720" rIns="91440" bIns="45720" rtlCol="0" anchor="b">
            <a:normAutofit/>
          </a:bodyPr>
          <a:lstStyle>
            <a:lvl1pPr algn="r">
              <a:buNone/>
              <a:defRPr lang="en-US" sz="24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2" y="4775200"/>
            <a:ext cx="10018710" cy="1016000"/>
          </a:xfrm>
        </p:spPr>
        <p:txBody>
          <a:bodyPr anchor="t">
            <a:normAutofit/>
          </a:bodyPr>
          <a:lstStyle>
            <a:lvl1pPr marL="0" indent="0" algn="r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5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True or Fals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3" y="685800"/>
            <a:ext cx="10018712" cy="2727325"/>
          </a:xfrm>
        </p:spPr>
        <p:txBody>
          <a:bodyPr vert="horz" lIns="91440" tIns="45720" rIns="91440" bIns="45720" rtlCol="0" anchor="ctr">
            <a:normAutofit/>
          </a:bodyPr>
          <a:lstStyle>
            <a:lvl1pPr>
              <a:defRPr lang="en-US" b="0" dirty="0"/>
            </a:lvl1pPr>
          </a:lstStyle>
          <a:p>
            <a:pPr marL="0" lvl="0"/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10" name="Text Placeholder 9"/>
          <p:cNvSpPr>
            <a:spLocks noGrp="1"/>
          </p:cNvSpPr>
          <p:nvPr>
            <p:ph type="body" sz="quarter" idx="13"/>
          </p:nvPr>
        </p:nvSpPr>
        <p:spPr>
          <a:xfrm>
            <a:off x="1484312" y="3505200"/>
            <a:ext cx="10018713" cy="838200"/>
          </a:xfrm>
        </p:spPr>
        <p:txBody>
          <a:bodyPr vert="horz" lIns="91440" tIns="45720" rIns="91440" bIns="45720" rtlCol="0" anchor="b">
            <a:normAutofit/>
          </a:bodyPr>
          <a:lstStyle>
            <a:lvl1pPr>
              <a:buNone/>
              <a:defRPr lang="en-US" sz="2800" b="0" cap="none" dirty="0">
                <a:ln w="3175" cmpd="sng">
                  <a:noFill/>
                </a:ln>
                <a:solidFill>
                  <a:schemeClr val="tx1"/>
                </a:solidFill>
                <a:effectLst/>
              </a:defRPr>
            </a:lvl1pPr>
          </a:lstStyle>
          <a:p>
            <a:pPr marL="0" lvl="0">
              <a:spcBef>
                <a:spcPct val="0"/>
              </a:spcBef>
              <a:buNone/>
            </a:pPr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1" y="4343400"/>
            <a:ext cx="10018713" cy="1447800"/>
          </a:xfrm>
        </p:spPr>
        <p:txBody>
          <a:bodyPr anchor="t">
            <a:normAutofit/>
          </a:bodyPr>
          <a:lstStyle>
            <a:lvl1pPr marL="0" indent="0" algn="l">
              <a:buNone/>
              <a:defRPr sz="1800">
                <a:solidFill>
                  <a:schemeClr val="tx1"/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6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 algn="ctr">
              <a:defRPr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Layouts/slideLayout17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732655" y="685800"/>
            <a:ext cx="1770369" cy="5105400"/>
          </a:xfrm>
        </p:spPr>
        <p:txBody>
          <a:bodyPr vert="eaVert"/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484312" y="685800"/>
            <a:ext cx="8019742" cy="5105400"/>
          </a:xfrm>
        </p:spPr>
        <p:txBody>
          <a:bodyPr vert="eaVert" anchor="t"/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8" Type="http://schemas.openxmlformats.org/officeDocument/2006/relationships/theme" Target="../theme/theme1.xml"/><Relationship Id="rId17" Type="http://schemas.openxmlformats.org/officeDocument/2006/relationships/slideLayout" Target="../slideLayouts/slideLayout17.xml"/><Relationship Id="rId16" Type="http://schemas.openxmlformats.org/officeDocument/2006/relationships/slideLayout" Target="../slideLayouts/slideLayout16.xml"/><Relationship Id="rId15" Type="http://schemas.openxmlformats.org/officeDocument/2006/relationships/slideLayout" Target="../slideLayouts/slideLayout15.xml"/><Relationship Id="rId14" Type="http://schemas.openxmlformats.org/officeDocument/2006/relationships/slideLayout" Target="../slideLayouts/slideLayout14.xml"/><Relationship Id="rId13" Type="http://schemas.openxmlformats.org/officeDocument/2006/relationships/slideLayout" Target="../slideLayouts/slideLayout13.xml"/><Relationship Id="rId12" Type="http://schemas.openxmlformats.org/officeDocument/2006/relationships/slideLayout" Target="../slideLayouts/slideLayout12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3">
        <a:schemeClr val="bg2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7" name="Group 6"/>
          <p:cNvGrpSpPr/>
          <p:nvPr/>
        </p:nvGrpSpPr>
        <p:grpSpPr>
          <a:xfrm>
            <a:off x="150812" y="0"/>
            <a:ext cx="2436813" cy="6858001"/>
            <a:chOff x="1320800" y="0"/>
            <a:chExt cx="2436813" cy="6858001"/>
          </a:xfrm>
        </p:grpSpPr>
        <p:sp>
          <p:nvSpPr>
            <p:cNvPr id="8" name="Freeform 6"/>
            <p:cNvSpPr/>
            <p:nvPr/>
          </p:nvSpPr>
          <p:spPr bwMode="auto">
            <a:xfrm>
              <a:off x="1627188" y="0"/>
              <a:ext cx="1122363" cy="5329238"/>
            </a:xfrm>
            <a:custGeom>
              <a:avLst/>
              <a:gdLst/>
              <a:ahLst/>
              <a:cxnLst/>
              <a:rect l="0" t="0" r="r" b="b"/>
              <a:pathLst>
                <a:path w="707" h="3357">
                  <a:moveTo>
                    <a:pt x="0" y="3330"/>
                  </a:moveTo>
                  <a:lnTo>
                    <a:pt x="156" y="3357"/>
                  </a:lnTo>
                  <a:lnTo>
                    <a:pt x="707" y="0"/>
                  </a:lnTo>
                  <a:lnTo>
                    <a:pt x="547" y="0"/>
                  </a:lnTo>
                  <a:lnTo>
                    <a:pt x="0" y="3330"/>
                  </a:lnTo>
                  <a:close/>
                </a:path>
              </a:pathLst>
            </a:custGeom>
            <a:solidFill>
              <a:schemeClr val="accent1"/>
            </a:solidFill>
            <a:ln>
              <a:noFill/>
            </a:ln>
          </p:spPr>
        </p:sp>
        <p:sp>
          <p:nvSpPr>
            <p:cNvPr id="9" name="Freeform 7"/>
            <p:cNvSpPr/>
            <p:nvPr/>
          </p:nvSpPr>
          <p:spPr bwMode="auto">
            <a:xfrm>
              <a:off x="1320800" y="0"/>
              <a:ext cx="1117600" cy="5276850"/>
            </a:xfrm>
            <a:custGeom>
              <a:avLst/>
              <a:gdLst/>
              <a:ahLst/>
              <a:cxnLst/>
              <a:rect l="0" t="0" r="r" b="b"/>
              <a:pathLst>
                <a:path w="704" h="3324">
                  <a:moveTo>
                    <a:pt x="704" y="0"/>
                  </a:moveTo>
                  <a:lnTo>
                    <a:pt x="545" y="0"/>
                  </a:lnTo>
                  <a:lnTo>
                    <a:pt x="0" y="3300"/>
                  </a:lnTo>
                  <a:lnTo>
                    <a:pt x="157" y="3324"/>
                  </a:lnTo>
                  <a:lnTo>
                    <a:pt x="704" y="0"/>
                  </a:lnTo>
                  <a:close/>
                </a:path>
              </a:pathLst>
            </a:custGeom>
            <a:solidFill>
              <a:schemeClr val="tx1">
                <a:lumMod val="65000"/>
                <a:lumOff val="35000"/>
              </a:schemeClr>
            </a:solidFill>
            <a:ln>
              <a:noFill/>
            </a:ln>
          </p:spPr>
        </p:sp>
        <p:sp>
          <p:nvSpPr>
            <p:cNvPr id="10" name="Freeform 8"/>
            <p:cNvSpPr/>
            <p:nvPr/>
          </p:nvSpPr>
          <p:spPr bwMode="auto">
            <a:xfrm>
              <a:off x="1320800" y="5238750"/>
              <a:ext cx="1228725" cy="1619250"/>
            </a:xfrm>
            <a:custGeom>
              <a:avLst/>
              <a:gdLst/>
              <a:ahLst/>
              <a:cxnLst/>
              <a:rect l="0" t="0" r="r" b="b"/>
              <a:pathLst>
                <a:path w="774" h="1020">
                  <a:moveTo>
                    <a:pt x="0" y="0"/>
                  </a:moveTo>
                  <a:lnTo>
                    <a:pt x="740" y="1020"/>
                  </a:lnTo>
                  <a:lnTo>
                    <a:pt x="774" y="1020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tx1">
                <a:lumMod val="85000"/>
                <a:lumOff val="15000"/>
              </a:schemeClr>
            </a:solidFill>
            <a:ln>
              <a:noFill/>
            </a:ln>
          </p:spPr>
        </p:sp>
        <p:sp>
          <p:nvSpPr>
            <p:cNvPr id="11" name="Freeform 9"/>
            <p:cNvSpPr/>
            <p:nvPr/>
          </p:nvSpPr>
          <p:spPr bwMode="auto">
            <a:xfrm>
              <a:off x="1627188" y="5291138"/>
              <a:ext cx="1495425" cy="1566863"/>
            </a:xfrm>
            <a:custGeom>
              <a:avLst/>
              <a:gdLst/>
              <a:ahLst/>
              <a:cxnLst/>
              <a:rect l="0" t="0" r="r" b="b"/>
              <a:pathLst>
                <a:path w="942" h="987">
                  <a:moveTo>
                    <a:pt x="0" y="0"/>
                  </a:moveTo>
                  <a:lnTo>
                    <a:pt x="909" y="987"/>
                  </a:lnTo>
                  <a:lnTo>
                    <a:pt x="942" y="987"/>
                  </a:lnTo>
                  <a:lnTo>
                    <a:pt x="0" y="0"/>
                  </a:lnTo>
                  <a:close/>
                </a:path>
              </a:pathLst>
            </a:custGeom>
            <a:solidFill>
              <a:schemeClr val="accent1">
                <a:lumMod val="50000"/>
              </a:schemeClr>
            </a:solidFill>
            <a:ln>
              <a:noFill/>
            </a:ln>
          </p:spPr>
        </p:sp>
        <p:sp>
          <p:nvSpPr>
            <p:cNvPr id="12" name="Freeform 10"/>
            <p:cNvSpPr/>
            <p:nvPr/>
          </p:nvSpPr>
          <p:spPr bwMode="auto">
            <a:xfrm>
              <a:off x="1627188" y="5286375"/>
              <a:ext cx="2130425" cy="1571625"/>
            </a:xfrm>
            <a:custGeom>
              <a:avLst/>
              <a:gdLst/>
              <a:ahLst/>
              <a:cxnLst/>
              <a:rect l="0" t="0" r="r" b="b"/>
              <a:pathLst>
                <a:path w="1342" h="990">
                  <a:moveTo>
                    <a:pt x="0" y="3"/>
                  </a:moveTo>
                  <a:lnTo>
                    <a:pt x="942" y="990"/>
                  </a:lnTo>
                  <a:lnTo>
                    <a:pt x="1342" y="990"/>
                  </a:lnTo>
                  <a:lnTo>
                    <a:pt x="156" y="27"/>
                  </a:lnTo>
                  <a:lnTo>
                    <a:pt x="0" y="0"/>
                  </a:lnTo>
                  <a:lnTo>
                    <a:pt x="0" y="3"/>
                  </a:lnTo>
                  <a:close/>
                </a:path>
              </a:pathLst>
            </a:custGeom>
            <a:solidFill>
              <a:schemeClr val="accent1">
                <a:lumMod val="75000"/>
              </a:schemeClr>
            </a:solidFill>
            <a:ln>
              <a:noFill/>
            </a:ln>
          </p:spPr>
        </p:sp>
        <p:sp>
          <p:nvSpPr>
            <p:cNvPr id="13" name="Freeform 11"/>
            <p:cNvSpPr/>
            <p:nvPr/>
          </p:nvSpPr>
          <p:spPr bwMode="auto">
            <a:xfrm>
              <a:off x="1320800" y="5238750"/>
              <a:ext cx="1695450" cy="1619250"/>
            </a:xfrm>
            <a:custGeom>
              <a:avLst/>
              <a:gdLst/>
              <a:ahLst/>
              <a:cxnLst/>
              <a:rect l="0" t="0" r="r" b="b"/>
              <a:pathLst>
                <a:path w="1068" h="1020">
                  <a:moveTo>
                    <a:pt x="1068" y="1020"/>
                  </a:moveTo>
                  <a:lnTo>
                    <a:pt x="184" y="60"/>
                  </a:lnTo>
                  <a:lnTo>
                    <a:pt x="154" y="27"/>
                  </a:lnTo>
                  <a:lnTo>
                    <a:pt x="157" y="27"/>
                  </a:lnTo>
                  <a:lnTo>
                    <a:pt x="157" y="24"/>
                  </a:lnTo>
                  <a:lnTo>
                    <a:pt x="154" y="24"/>
                  </a:lnTo>
                  <a:lnTo>
                    <a:pt x="0" y="0"/>
                  </a:lnTo>
                  <a:lnTo>
                    <a:pt x="0" y="0"/>
                  </a:lnTo>
                  <a:lnTo>
                    <a:pt x="774" y="1020"/>
                  </a:lnTo>
                  <a:lnTo>
                    <a:pt x="1068" y="1020"/>
                  </a:lnTo>
                  <a:close/>
                </a:path>
              </a:pathLst>
            </a:custGeom>
            <a:solidFill>
              <a:schemeClr val="tx1">
                <a:lumMod val="75000"/>
                <a:lumOff val="25000"/>
              </a:schemeClr>
            </a:solidFill>
            <a:ln>
              <a:noFill/>
            </a:ln>
          </p:spPr>
        </p:sp>
      </p:grp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75259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484310" y="2666999"/>
            <a:ext cx="10018713" cy="312420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lvl="0"/>
            <a:r>
              <a:rPr lang="en-US"/>
              <a:t>Click to edit Master text styles</a:t>
            </a:r>
            <a:endParaRPr lang="en-US"/>
          </a:p>
          <a:p>
            <a:pPr lvl="1"/>
            <a:r>
              <a:rPr lang="en-US"/>
              <a:t>Second level</a:t>
            </a:r>
            <a:endParaRPr lang="en-US"/>
          </a:p>
          <a:p>
            <a:pPr lvl="2"/>
            <a:r>
              <a:rPr lang="en-US"/>
              <a:t>Third level</a:t>
            </a:r>
            <a:endParaRPr lang="en-US"/>
          </a:p>
          <a:p>
            <a:pPr lvl="3"/>
            <a:r>
              <a:rPr lang="en-US"/>
              <a:t>Fourth level</a:t>
            </a:r>
            <a:endParaRPr lang="en-US"/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9732656" y="5883275"/>
            <a:ext cx="11430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06435F73-B13F-438D-9164-CEAD34B92365}" type="datetimeFigureOut">
              <a:rPr lang="en-IN" smtClean="0"/>
            </a:fld>
            <a:endParaRPr lang="en-IN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2572279" y="5883275"/>
            <a:ext cx="708417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endParaRPr lang="en-IN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951856" y="5883275"/>
            <a:ext cx="551167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000" b="0" i="0">
                <a:solidFill>
                  <a:schemeClr val="tx1"/>
                </a:solidFill>
                <a:effectLst/>
                <a:latin typeface="+mn-lt"/>
              </a:defRPr>
            </a:lvl1pPr>
          </a:lstStyle>
          <a:p>
            <a:fld id="{F4C646B6-F2FA-46CE-8D0B-7CD3BD081188}" type="slidenum">
              <a:rPr lang="en-IN" smtClean="0"/>
            </a:fld>
            <a:endParaRPr lang="en-IN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  <p:sldLayoutId id="2147483661" r:id="rId13"/>
    <p:sldLayoutId id="2147483662" r:id="rId14"/>
    <p:sldLayoutId id="2147483663" r:id="rId15"/>
    <p:sldLayoutId id="2147483664" r:id="rId16"/>
    <p:sldLayoutId id="2147483665" r:id="rId17"/>
  </p:sldLayoutIdLst>
  <p:txStyles>
    <p:titleStyle>
      <a:lvl1pPr algn="ctr" defTabSz="457200" rtl="0" eaLnBrk="1" latinLnBrk="0" hangingPunct="1">
        <a:spcBef>
          <a:spcPct val="0"/>
        </a:spcBef>
        <a:buNone/>
        <a:defRPr sz="4000" kern="1200" cap="none">
          <a:ln w="3175" cmpd="sng">
            <a:noFill/>
          </a:ln>
          <a:solidFill>
            <a:schemeClr val="tx1"/>
          </a:solidFill>
          <a:effectLst/>
          <a:latin typeface="+mj-lt"/>
          <a:ea typeface="+mj-ea"/>
          <a:cs typeface="+mj-cs"/>
        </a:defRPr>
      </a:lvl1pPr>
      <a:lvl2pPr eaLnBrk="1" hangingPunct="1">
        <a:defRPr>
          <a:solidFill>
            <a:schemeClr val="tx2"/>
          </a:solidFill>
        </a:defRPr>
      </a:lvl2pPr>
      <a:lvl3pPr eaLnBrk="1" hangingPunct="1">
        <a:defRPr>
          <a:solidFill>
            <a:schemeClr val="tx2"/>
          </a:solidFill>
        </a:defRPr>
      </a:lvl3pPr>
      <a:lvl4pPr eaLnBrk="1" hangingPunct="1">
        <a:defRPr>
          <a:solidFill>
            <a:schemeClr val="tx2"/>
          </a:solidFill>
        </a:defRPr>
      </a:lvl4pPr>
      <a:lvl5pPr eaLnBrk="1" hangingPunct="1">
        <a:defRPr>
          <a:solidFill>
            <a:schemeClr val="tx2"/>
          </a:solidFill>
        </a:defRPr>
      </a:lvl5pPr>
      <a:lvl6pPr eaLnBrk="1" hangingPunct="1">
        <a:defRPr>
          <a:solidFill>
            <a:schemeClr val="tx2"/>
          </a:solidFill>
        </a:defRPr>
      </a:lvl6pPr>
      <a:lvl7pPr eaLnBrk="1" hangingPunct="1">
        <a:defRPr>
          <a:solidFill>
            <a:schemeClr val="tx2"/>
          </a:solidFill>
        </a:defRPr>
      </a:lvl7pPr>
      <a:lvl8pPr eaLnBrk="1" hangingPunct="1">
        <a:defRPr>
          <a:solidFill>
            <a:schemeClr val="tx2"/>
          </a:solidFill>
        </a:defRPr>
      </a:lvl8pPr>
      <a:lvl9pPr eaLnBrk="1" hangingPunct="1">
        <a:defRPr>
          <a:solidFill>
            <a:schemeClr val="tx2"/>
          </a:solidFill>
        </a:defRPr>
      </a:lvl9pPr>
    </p:titleStyle>
    <p:bodyStyle>
      <a:lvl1pPr marL="2857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20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2pPr>
      <a:lvl3pPr marL="1200150" indent="-2857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8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3pPr>
      <a:lvl4pPr marL="15430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6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4pPr>
      <a:lvl5pPr marL="2000250" indent="-17145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spcAft>
          <a:spcPts val="600"/>
        </a:spcAft>
        <a:buClr>
          <a:schemeClr val="accent1">
            <a:lumMod val="75000"/>
          </a:schemeClr>
        </a:buClr>
        <a:buSzPct val="145000"/>
        <a:buFont typeface="Arial" panose="020B0604020202020204"/>
        <a:buChar char="•"/>
        <a:defRPr sz="1400" kern="1200" cap="none">
          <a:solidFill>
            <a:schemeClr val="tx1"/>
          </a:solidFill>
          <a:effectLst/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2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image" Target="../media/image4.png"/><Relationship Id="rId1" Type="http://schemas.openxmlformats.org/officeDocument/2006/relationships/image" Target="../media/image3.png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image" Target="../media/image5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1524000" y="973138"/>
            <a:ext cx="9144000" cy="1655762"/>
          </a:xfrm>
        </p:spPr>
        <p:txBody>
          <a:bodyPr>
            <a:normAutofit/>
          </a:bodyPr>
          <a:lstStyle/>
          <a:p>
            <a:r>
              <a:rPr lang="en-IN" dirty="0">
                <a:solidFill>
                  <a:srgbClr val="FF0000"/>
                </a:solidFill>
                <a:latin typeface="Arial Black" panose="020B0A04020102020204" pitchFamily="34" charset="0"/>
              </a:rPr>
              <a:t>JAVA Programming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057400" y="3201988"/>
            <a:ext cx="9144000" cy="1655762"/>
          </a:xfrm>
        </p:spPr>
        <p:txBody>
          <a:bodyPr>
            <a:normAutofit lnSpcReduction="10000"/>
          </a:bodyPr>
          <a:lstStyle/>
          <a:p>
            <a:r>
              <a:rPr lang="en-IN" sz="2800" b="1" dirty="0">
                <a:solidFill>
                  <a:srgbClr val="FF0000"/>
                </a:solidFill>
              </a:rPr>
              <a:t>Course Instructor</a:t>
            </a:r>
            <a:r>
              <a:rPr lang="en-IN" sz="2800" dirty="0"/>
              <a:t>: </a:t>
            </a:r>
            <a:r>
              <a:rPr lang="en-IN" sz="2800" b="1" dirty="0" err="1">
                <a:solidFill>
                  <a:srgbClr val="7030A0"/>
                </a:solidFill>
              </a:rPr>
              <a:t>Dr.</a:t>
            </a:r>
            <a:r>
              <a:rPr lang="en-IN" sz="2800" b="1" dirty="0">
                <a:solidFill>
                  <a:srgbClr val="7030A0"/>
                </a:solidFill>
              </a:rPr>
              <a:t> </a:t>
            </a:r>
            <a:r>
              <a:rPr lang="en-IN" sz="2800" b="1">
                <a:solidFill>
                  <a:srgbClr val="7030A0"/>
                </a:solidFill>
              </a:rPr>
              <a:t>S</a:t>
            </a:r>
            <a:r>
              <a:rPr lang="en-US" altLang="en-IN" sz="2800" b="1">
                <a:solidFill>
                  <a:srgbClr val="7030A0"/>
                </a:solidFill>
              </a:rPr>
              <a:t>yed Sajid Hussain</a:t>
            </a:r>
            <a:endParaRPr lang="en-IN" sz="2800" b="1" dirty="0">
              <a:solidFill>
                <a:srgbClr val="7030A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School of Computer Science</a:t>
            </a:r>
            <a:endParaRPr lang="en-IN" sz="2800" b="1" dirty="0">
              <a:solidFill>
                <a:srgbClr val="00B050"/>
              </a:solidFill>
            </a:endParaRPr>
          </a:p>
          <a:p>
            <a:r>
              <a:rPr lang="en-IN" sz="2800" b="1" dirty="0">
                <a:solidFill>
                  <a:srgbClr val="00B050"/>
                </a:solidFill>
              </a:rPr>
              <a:t>UPES Dehradun</a:t>
            </a:r>
            <a:endParaRPr lang="en-IN" sz="2400" b="1" dirty="0">
              <a:solidFill>
                <a:srgbClr val="00B050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90575"/>
          </a:xfrm>
          <a:ln>
            <a:solidFill>
              <a:srgbClr val="C00000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rgbClr val="FF0000"/>
                </a:solidFill>
                <a:latin typeface="Arial Black" panose="020B0A04020102020204" pitchFamily="34" charset="0"/>
              </a:rPr>
              <a:t>TOPICs to be discussed</a:t>
            </a:r>
            <a:endParaRPr lang="en-IN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itle 1"/>
          <p:cNvSpPr txBox="1"/>
          <p:nvPr/>
        </p:nvSpPr>
        <p:spPr>
          <a:xfrm>
            <a:off x="1583185" y="1954207"/>
            <a:ext cx="5762160" cy="3974321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Concept of Inheritance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Inheritance in Java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Member Access in Inheritance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Constructors in Extended classes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‘super’ keyword and its uses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itle 1"/>
          <p:cNvSpPr txBox="1"/>
          <p:nvPr/>
        </p:nvSpPr>
        <p:spPr>
          <a:xfrm>
            <a:off x="7093031" y="2104931"/>
            <a:ext cx="4681298" cy="1676795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Method Overriding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 indent="-342900">
              <a:buFont typeface="Wingdings" panose="05000000000000000000" pitchFamily="2" charset="2"/>
              <a:buChar char="Ø"/>
            </a:pPr>
            <a:r>
              <a:rPr lang="en-IN" sz="2200" dirty="0">
                <a:solidFill>
                  <a:srgbClr val="0070C0"/>
                </a:solidFill>
                <a:latin typeface="Arial Black" panose="020B0A04020102020204" pitchFamily="34" charset="0"/>
              </a:rPr>
              <a:t>Dynamic Method Dispatch</a:t>
            </a:r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  <a:p>
            <a:pPr marL="0" lvl="2"/>
            <a:endParaRPr lang="en-IN" sz="2200" dirty="0">
              <a:solidFill>
                <a:srgbClr val="0070C0"/>
              </a:solidFill>
              <a:latin typeface="Arial Black" panose="020B0A04020102020204" pitchFamily="34" charset="0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925636" y="1562098"/>
            <a:ext cx="9042401" cy="2828926"/>
          </a:xfrm>
        </p:spPr>
        <p:txBody>
          <a:bodyPr>
            <a:normAutofit/>
          </a:bodyPr>
          <a:lstStyle/>
          <a:p>
            <a:pPr algn="l"/>
            <a:r>
              <a:rPr lang="en-IN" sz="5400" dirty="0">
                <a:solidFill>
                  <a:srgbClr val="0070C0"/>
                </a:solidFill>
                <a:latin typeface="Arial Black" panose="020B0A04020102020204" pitchFamily="34" charset="0"/>
              </a:rPr>
              <a:t>Let’s </a:t>
            </a:r>
            <a:r>
              <a:rPr lang="en-IN" sz="5400" dirty="0">
                <a:solidFill>
                  <a:srgbClr val="FF0000"/>
                </a:solidFill>
                <a:latin typeface="Arial Black" panose="020B0A04020102020204" pitchFamily="34" charset="0"/>
              </a:rPr>
              <a:t>START …!!!</a:t>
            </a:r>
            <a:endParaRPr lang="en-IN" sz="5400" dirty="0">
              <a:solidFill>
                <a:srgbClr val="FF0000"/>
              </a:solidFill>
              <a:latin typeface="Arial Black" panose="020B0A04020102020204" pitchFamily="34" charset="0"/>
            </a:endParaRPr>
          </a:p>
        </p:txBody>
      </p:sp>
      <p:pic>
        <p:nvPicPr>
          <p:cNvPr id="7" name="Picture 6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8391525" y="2328862"/>
            <a:ext cx="4124325" cy="4124325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Concept of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647136"/>
            <a:ext cx="10018713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basically a biological term referring to the phenomena that a child possesses some attributes/features from his parent(s).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036779" y="2601983"/>
            <a:ext cx="3258890" cy="3046625"/>
          </a:xfrm>
          <a:prstGeom prst="rect">
            <a:avLst/>
          </a:prstGeom>
          <a:effectLst>
            <a:softEdge rad="63500"/>
          </a:effectLst>
        </p:spPr>
      </p:pic>
      <p:sp>
        <p:nvSpPr>
          <p:cNvPr id="7" name="TextBox 6"/>
          <p:cNvSpPr txBox="1"/>
          <p:nvPr/>
        </p:nvSpPr>
        <p:spPr>
          <a:xfrm>
            <a:off x="5848139" y="2433674"/>
            <a:ext cx="5654884" cy="1323439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general terms, the phenomena of acquiring some or all the features from a general object to a specific type of the object is known as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9" name="Picture 8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757706" y="3835765"/>
            <a:ext cx="5745317" cy="2951164"/>
          </a:xfrm>
          <a:prstGeom prst="rect">
            <a:avLst/>
          </a:prstGeom>
          <a:effectLst>
            <a:softEdge rad="63500"/>
          </a:effectLst>
        </p:spPr>
      </p:pic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7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8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7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>
                <a:lumMod val="75000"/>
              </a:schemeClr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Inheritance in Java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07270" y="1596847"/>
            <a:ext cx="10095754" cy="507831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an important pillar of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OOP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It is the mechanism in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by which one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allowed to inherit the features(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of another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In other words,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means creating new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based on existing ones.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inherits from another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reuse the methods and fields of that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The inherited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termed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parent class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and the inheriting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termed as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/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child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addition, new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fields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and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be added to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inherit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we simply incorporate the definition of one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another by using the 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extends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keyword. The general form of a subclass (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Derived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declaration that inherits a superclass (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  is shown here: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class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subclass-name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extends </a:t>
            </a:r>
            <a:r>
              <a:rPr lang="en-US" i="1" dirty="0">
                <a:latin typeface="Courier New" panose="02070309020205020404" pitchFamily="49" charset="0"/>
                <a:cs typeface="Courier New" panose="02070309020205020404" pitchFamily="49" charset="0"/>
              </a:rPr>
              <a:t>superclass-name</a:t>
            </a: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 {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			// body of class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>
              <a:spcAft>
                <a:spcPts val="600"/>
              </a:spcAft>
            </a:pPr>
            <a:r>
              <a:rPr lang="en-US" dirty="0">
                <a:latin typeface="Courier New" panose="02070309020205020404" pitchFamily="49" charset="0"/>
                <a:cs typeface="Courier New" panose="02070309020205020404" pitchFamily="49" charset="0"/>
              </a:rPr>
              <a:t>				}</a:t>
            </a:r>
            <a:endParaRPr lang="en-US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pPr marL="0" lvl="1" algn="just"/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Note: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You can only specify one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for any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you create.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does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not support the </a:t>
            </a:r>
            <a:r>
              <a:rPr lang="en-US" sz="2000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of multiple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into a single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0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Inheritance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4311" y="1577523"/>
            <a:ext cx="477581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a = 10, b = 20;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c = 30, d = 40;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System.out.println(obj.a+" "+obj.b+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			" "+obj.c+" "+obj.d);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635036" y="5078858"/>
            <a:ext cx="5348568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// fields a and b belong to objects of class A and obj is an instance of class 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6727212" y="1598203"/>
            <a:ext cx="477581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a = 10, b = 20;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c = 30, d = 40;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System.out.println(obj.a+" "+obj.b+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				" "+obj.c+" "+obj.d);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941862" y="5120218"/>
            <a:ext cx="209122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10  20  30  40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 animBg="1"/>
      <p:bldP spid="10" grpId="0"/>
      <p:bldP spid="8" grpId="0" animBg="1"/>
      <p:bldP spid="11" grpId="0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Inheritance (Example)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1" y="1577523"/>
            <a:ext cx="4775812" cy="4185761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a, 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input(int x, int y)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= x; b = y;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show()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System.out.println(a+" "+b);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obj.input(10, 20);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obj.show();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7212" y="1577523"/>
            <a:ext cx="4775812" cy="4185761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int a, 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input(int x, int y)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= x; b = y;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show()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System.out.println(a+" "+b);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 = new A();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obj.input(10, 20);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obj.show();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3170588" y="5940632"/>
            <a:ext cx="2091228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10  20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930185" y="5765393"/>
            <a:ext cx="4369866" cy="109260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 // obj is of class A and show() is a method in class 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10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5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6" dur="1000" fill="hold"/>
                                        <p:tgtEl>
                                          <p:spTgt spid="11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 animBg="1"/>
      <p:bldP spid="11" grpId="0" animBg="1"/>
      <p:bldP spid="12" grpId="0"/>
      <p:bldP spid="13" grpId="0"/>
    </p:bld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US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Member Access in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598916"/>
            <a:ext cx="1001871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Although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includes all of the members of its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cannot access those members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have been declared as </a:t>
            </a:r>
            <a:r>
              <a:rPr lang="en-US" sz="2000" b="1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(Inherit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public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protected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members only)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846052" y="2684918"/>
            <a:ext cx="477581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private int a = 10;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int b = 20;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show()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System.out.println(a+" "+b);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obj.show();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6992483" y="2684918"/>
            <a:ext cx="477581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protected int a = 10;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public int b = 20;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void show()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System.out.println(a+" "+b);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obj.show();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2834975" y="6051611"/>
            <a:ext cx="365869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has private access in A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533308" y="6051610"/>
            <a:ext cx="3658692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10  20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2" fill="hold">
                      <p:stCondLst>
                        <p:cond delay="indefinite"/>
                      </p:stCondLst>
                      <p:childTnLst>
                        <p:par>
                          <p:cTn id="23" fill="hold">
                            <p:stCondLst>
                              <p:cond delay="0"/>
                            </p:stCondLst>
                            <p:childTnLst>
                              <p:par>
                                <p:cTn id="2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2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4" grpId="0" animBg="1"/>
      <p:bldP spid="6" grpId="0" animBg="1"/>
      <p:bldP spid="7" grpId="0"/>
      <p:bldP spid="9" grpId="0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Constructors in Inheritance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4311" y="1662529"/>
            <a:ext cx="4611689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Subclasses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do not inherit the constructors from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Base 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1484311" y="2502142"/>
            <a:ext cx="4775812" cy="2246769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obj1 = new B();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//Allowed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obj2 = new A();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//Not Allowed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590091" y="5004070"/>
            <a:ext cx="4670031" cy="1708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incompatible types: A cannot be converted to B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	B obj2 = new A();  //Not Allowed</a:t>
            </a:r>
            <a:endParaRPr lang="en-US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		^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6727212" y="1662529"/>
            <a:ext cx="4775812" cy="203132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(B)new A();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//Type Casting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						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//Upcasting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6727212" y="3714424"/>
            <a:ext cx="4670031" cy="10002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>
              <a:spcAft>
                <a:spcPts val="600"/>
              </a:spcAft>
            </a:pPr>
            <a:r>
              <a:rPr lang="en-US" dirty="0">
                <a:solidFill>
                  <a:schemeClr val="accent4">
                    <a:lumMod val="50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java.lang.ClassCastException</a:t>
            </a:r>
            <a:r>
              <a:rPr lang="en-US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class A cannot be cast to class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6727212" y="4748911"/>
            <a:ext cx="4775812" cy="2031325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 = new B();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//Works fine...!!!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	                   </a:t>
            </a:r>
            <a:r>
              <a:rPr lang="en-US" sz="14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//Downcasting</a:t>
            </a:r>
            <a:endParaRPr lang="en-US" sz="14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9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10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40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41" dur="1000" fill="hold"/>
                                        <p:tgtEl>
                                          <p:spTgt spid="1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/>
      <p:bldP spid="7" grpId="0" animBg="1"/>
      <p:bldP spid="8" grpId="0"/>
      <p:bldP spid="11" grpId="0" animBg="1"/>
      <p:bldP spid="12" grpId="0"/>
      <p:bldP spid="13" grpId="0" animBg="1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Constructors in Inheritance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4876" y="5448925"/>
            <a:ext cx="308649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 am in Class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373843" y="3342075"/>
            <a:ext cx="495668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4157" y="2188138"/>
            <a:ext cx="10026192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For creating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instance, the compiler will automatically call the no-argument constructor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and then the constructor of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This is known as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implicit constructor chaining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6" grpId="0" animBg="1"/>
      <p:bldP spid="10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36406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Constructors in Inheritance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8044876" y="4212977"/>
            <a:ext cx="3086498" cy="14311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x has private access in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x = a; y = b;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^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53262" y="3087052"/>
            <a:ext cx="4956682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int x;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y;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B(int a, int b){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x = a; y = b;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B(2, 3);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24157" y="2188138"/>
            <a:ext cx="1002619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Since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no access to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members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 can not initialize that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private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member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9" dur="2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6" grpId="0" animBg="1"/>
      <p:bldP spid="10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/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‘super’ keyword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1484312" y="1967226"/>
            <a:ext cx="100187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Whenever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needs to refer to its immediate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can do so by use of the keyword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access a member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has been hidden by a member of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that is when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its own member with the same name as a member 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(overridden members), the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can be used to refer to the members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spcAft>
                <a:spcPts val="600"/>
              </a:spcAft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call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constructor, the </a:t>
            </a:r>
            <a:r>
              <a:rPr lang="en-US" sz="200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super()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constructor should be called in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as the first statement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constructor body.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4348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super: to refer to superclass member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12" name="TextBox 11"/>
          <p:cNvSpPr txBox="1"/>
          <p:nvPr/>
        </p:nvSpPr>
        <p:spPr>
          <a:xfrm>
            <a:off x="1966631" y="2285518"/>
            <a:ext cx="6996499" cy="3323987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a = 100, b = 200;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int a = 10, b = 20;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System.out.printf("%d %d %d %d", a, b, super.a, super.b);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8416526" y="5810562"/>
            <a:ext cx="308649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		</a:t>
            </a:r>
            <a:endParaRPr lang="en-IN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10  20  100  200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53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>
                                        <p:cTn id="7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ppt_w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w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8" dur="500" fill="hold"/>
                                        <p:tgtEl>
                                          <p:spTgt spid="2"/>
                                        </p:tgtEl>
                                        <p:attrNameLst>
                                          <p:attrName>ppt_h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fltVal val="0"/>
                                          </p:val>
                                        </p:tav>
                                        <p:tav tm="100000">
                                          <p:val>
                                            <p:strVal val="#ppt_h"/>
                                          </p:val>
                                        </p:tav>
                                      </p:tavLst>
                                    </p:anim>
                                    <p:animEffect transition="in" filter="fade">
                                      <p:cBhvr>
                                        <p:cTn id="9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0" fill="hold">
                      <p:stCondLst>
                        <p:cond delay="indefinite"/>
                      </p:stCondLst>
                      <p:childTnLst>
                        <p:par>
                          <p:cTn id="11" fill="hold">
                            <p:stCondLst>
                              <p:cond delay="0"/>
                            </p:stCondLst>
                            <p:childTnLst>
                              <p:par>
                                <p:cTn id="12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4" dur="10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5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6" dur="1000" fill="hold"/>
                                        <p:tgtEl>
                                          <p:spTgt spid="12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12" grpId="0" animBg="1"/>
      <p:bldP spid="13" grpId="0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1243484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super: to call the superclass constructor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484311" y="2164407"/>
            <a:ext cx="4956682" cy="353943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super();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419403" y="5911149"/>
            <a:ext cx="308649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A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 am in Class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841757" y="2164407"/>
            <a:ext cx="4956682" cy="3970318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private int a;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A(int x){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= x;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System.out.println("a = "+ a);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B(){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super(10);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636172" y="6134725"/>
            <a:ext cx="3086498" cy="7232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          </a:t>
            </a: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a = 10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I am in Class B</a:t>
            </a:r>
            <a:endParaRPr lang="en-IN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12" dur="20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22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5" grpId="0" animBg="1"/>
      <p:bldP spid="6" grpId="0"/>
      <p:bldP spid="7" grpId="0" animBg="1"/>
      <p:bldP spid="8" grpId="0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Method Overriding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7" name="Title 1"/>
          <p:cNvSpPr txBox="1"/>
          <p:nvPr/>
        </p:nvSpPr>
        <p:spPr>
          <a:xfrm>
            <a:off x="1484310" y="1568487"/>
            <a:ext cx="10018712" cy="1687179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 a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hierarchy, when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has the same name and type signature as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its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then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said to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in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When an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overridden 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is called within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it will always refer to the version of that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defined by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2670017" y="3255666"/>
            <a:ext cx="4956682" cy="353943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529053" y="5448925"/>
            <a:ext cx="1891087" cy="7848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6" presetClass="entr" presetSubtype="16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circle(in)">
                                      <p:cBhvr>
                                        <p:cTn id="7" dur="20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7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7" grpId="0"/>
      <p:bldP spid="9" grpId="0" animBg="1"/>
      <p:bldP spid="10" grpId="0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Method Overriding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1484311" y="1669923"/>
            <a:ext cx="928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uper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keyword can be use to access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version of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overridden 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2426518" y="2339782"/>
            <a:ext cx="4956682" cy="3754874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super.display();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1" name="TextBox 10"/>
          <p:cNvSpPr txBox="1"/>
          <p:nvPr/>
        </p:nvSpPr>
        <p:spPr>
          <a:xfrm>
            <a:off x="8388375" y="4018526"/>
            <a:ext cx="1891087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spcAft>
                <a:spcPts val="600"/>
              </a:spcAft>
            </a:pPr>
            <a:r>
              <a:rPr lang="en-IN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                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A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spcAft>
                <a:spcPts val="600"/>
              </a:spcAft>
            </a:pPr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B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9" grpId="0"/>
      <p:bldP spid="10" grpId="0" animBg="1"/>
      <p:bldP spid="11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85800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Method Overriding (Contd..)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4" name="TextBox 3"/>
          <p:cNvSpPr txBox="1"/>
          <p:nvPr/>
        </p:nvSpPr>
        <p:spPr>
          <a:xfrm>
            <a:off x="1484311" y="1669923"/>
            <a:ext cx="928752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b="1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</a:t>
            </a:r>
            <a:r>
              <a:rPr lang="en-US" sz="2000" b="1" i="0" u="none" strike="noStrike" baseline="0" dirty="0">
                <a:solidFill>
                  <a:srgbClr val="00B05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tatic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 of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can not be overridden in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b="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1883907" y="2339781"/>
            <a:ext cx="4956682" cy="3539430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static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B obj = new B();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obj.display();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7317711" y="2941308"/>
            <a:ext cx="4346086" cy="25545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Error: display() in B cannot override display() in 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void display(){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    ^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overridden method is static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/>
          <p:cNvSpPr txBox="1"/>
          <p:nvPr/>
        </p:nvSpPr>
        <p:spPr>
          <a:xfrm>
            <a:off x="3350968" y="6148959"/>
            <a:ext cx="434608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750" indent="-28575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Can we override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main()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method?</a:t>
            </a:r>
            <a:endParaRPr lang="en-US" sz="2000" i="0" u="none" strike="noStrike" baseline="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7697054" y="5841182"/>
            <a:ext cx="1326366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/>
            <a:r>
              <a:rPr lang="en-US" sz="6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NO</a:t>
            </a:r>
            <a:endParaRPr lang="en-US" sz="6000" i="0" u="none" strike="noStrike" baseline="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4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19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10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30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31" dur="1000" fill="hold"/>
                                        <p:tgtEl>
                                          <p:spTgt spid="9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4" grpId="0"/>
      <p:bldP spid="5" grpId="0" animBg="1"/>
      <p:bldP spid="8" grpId="0"/>
      <p:bldP spid="9" grpId="0"/>
      <p:bldP spid="10" grpId="0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Dynamic Method Dispatch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6" name="TextBox 5"/>
          <p:cNvSpPr txBox="1"/>
          <p:nvPr/>
        </p:nvSpPr>
        <p:spPr>
          <a:xfrm>
            <a:off x="2225550" y="1676590"/>
            <a:ext cx="4956682" cy="4832092"/>
          </a:xfrm>
          <a:prstGeom prst="rect">
            <a:avLst/>
          </a:prstGeom>
          <a:solidFill>
            <a:schemeClr val="bg1"/>
          </a:solidFill>
          <a:effectLst>
            <a:softEdge rad="63500"/>
          </a:effectLst>
        </p:spPr>
        <p:txBody>
          <a:bodyPr wrap="square">
            <a:spAutoFit/>
          </a:bodyPr>
          <a:lstStyle/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A");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B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B");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C extends A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void display(){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System.out.println("I am in Class C");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class MainClass { 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public static void main(String[] args) {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obj1 = new A(); obj1.display();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obj2 = new B(); obj2.display();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   A obj3 = new C(); obj3.display();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   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400" dirty="0">
                <a:latin typeface="Courier New" panose="02070309020205020404" pitchFamily="49" charset="0"/>
                <a:cs typeface="Courier New" panose="02070309020205020404" pitchFamily="49" charset="0"/>
              </a:rPr>
              <a:t>}</a:t>
            </a:r>
            <a:endParaRPr lang="en-US" sz="1400" dirty="0"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8697758" y="4373990"/>
            <a:ext cx="2053978" cy="163121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Output:</a:t>
            </a:r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A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B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in Class C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4" presetClass="entr" presetSubtype="1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randombar(horizont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6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6" grpId="0" animBg="1"/>
      <p:bldP spid="10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4"/>
            <a:ext cx="10018713" cy="724509"/>
          </a:xfrm>
          <a:ln>
            <a:solidFill>
              <a:schemeClr val="accent4"/>
            </a:solidFill>
          </a:ln>
        </p:spPr>
        <p:txBody>
          <a:bodyPr>
            <a:no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Dynamic Method Dispatch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0" y="1978064"/>
            <a:ext cx="10018713" cy="193899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b="1" dirty="0">
                <a:solidFill>
                  <a:schemeClr val="accent4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Java,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allows a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subclass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provide a specific implementation of a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that is already defined in its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superclass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lvl="1" algn="just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lvl="1" indent="-342900" algn="just">
              <a:buFont typeface="Wingdings" panose="05000000000000000000" pitchFamily="2" charset="2"/>
              <a:buChar char="Ø"/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primary purpose of </a:t>
            </a:r>
            <a:r>
              <a:rPr lang="en-US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dynamic method dispatch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is to achieve </a:t>
            </a:r>
            <a:r>
              <a:rPr lang="en-US" sz="2000" b="1" dirty="0">
                <a:solidFill>
                  <a:srgbClr val="C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runtime polymorphism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where the </a:t>
            </a:r>
            <a:r>
              <a:rPr lang="en-US" sz="2000" dirty="0">
                <a:solidFill>
                  <a:srgbClr val="0070C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to be executed is determined by the type of the </a:t>
            </a:r>
            <a:r>
              <a:rPr lang="en-US" sz="2000" dirty="0">
                <a:solidFill>
                  <a:srgbClr val="7030A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object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, not the </a:t>
            </a:r>
            <a:r>
              <a:rPr lang="en-US" sz="2000" dirty="0">
                <a:solidFill>
                  <a:schemeClr val="accent3">
                    <a:lumMod val="75000"/>
                  </a:schemeClr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reference variable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/>
          <p:cNvSpPr txBox="1"/>
          <p:nvPr/>
        </p:nvSpPr>
        <p:spPr>
          <a:xfrm>
            <a:off x="1484310" y="4171171"/>
            <a:ext cx="10018712" cy="181588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Runtime Binding: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decision about which method to call is made at runtime based on the actual type of the object.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		</a:t>
            </a:r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A obj1 = new A();  obj1.display();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Call to display() of class A  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A obj2 = new B();  obj2.display();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Call to display() of class B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  <a:p>
            <a:r>
              <a:rPr lang="en-US" sz="1600" dirty="0">
                <a:latin typeface="Courier New" panose="02070309020205020404" pitchFamily="49" charset="0"/>
                <a:cs typeface="Courier New" panose="02070309020205020404" pitchFamily="49" charset="0"/>
              </a:rPr>
              <a:t>		A obj3 = new C();  obj3.display();  </a:t>
            </a:r>
            <a:r>
              <a:rPr lang="en-US" sz="1600" dirty="0">
                <a:solidFill>
                  <a:srgbClr val="00B050"/>
                </a:solidFill>
                <a:latin typeface="Courier New" panose="02070309020205020404" pitchFamily="49" charset="0"/>
                <a:cs typeface="Courier New" panose="02070309020205020404" pitchFamily="49" charset="0"/>
              </a:rPr>
              <a:t>// Call to display() of class C</a:t>
            </a:r>
            <a:endParaRPr lang="en-US" sz="1600" dirty="0">
              <a:solidFill>
                <a:srgbClr val="00B050"/>
              </a:solidFill>
              <a:latin typeface="Courier New" panose="02070309020205020404" pitchFamily="49" charset="0"/>
              <a:cs typeface="Courier New" panose="02070309020205020404" pitchFamily="49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6" presetClass="entr" presetSubtype="21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barn(inVertical)">
                                      <p:cBhvr>
                                        <p:cTn id="7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10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13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14" dur="10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5" fill="hold">
                      <p:stCondLst>
                        <p:cond delay="indefinite"/>
                      </p:stCondLst>
                      <p:childTnLst>
                        <p:par>
                          <p:cTn id="16" fill="hold">
                            <p:stCondLst>
                              <p:cond delay="0"/>
                            </p:stCondLst>
                            <p:childTnLst>
                              <p:par>
                                <p:cTn id="17" presetID="42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10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  <p:anim calcmode="lin" valueType="num">
                                      <p:cBhvr>
                                        <p:cTn id="20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>
                                        <p:cTn id="21" dur="1000" fill="hold"/>
                                        <p:tgtEl>
                                          <p:spTgt spid="10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.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  <p:bldP spid="10" grpId="0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484311" y="676275"/>
            <a:ext cx="10018713" cy="714375"/>
          </a:xfrm>
          <a:ln>
            <a:solidFill>
              <a:schemeClr val="accent4"/>
            </a:solidFill>
          </a:ln>
        </p:spPr>
        <p:txBody>
          <a:bodyPr>
            <a:normAutofit/>
          </a:bodyPr>
          <a:lstStyle/>
          <a:p>
            <a:pPr algn="l"/>
            <a:r>
              <a:rPr lang="en-IN" dirty="0">
                <a:solidFill>
                  <a:schemeClr val="accent4">
                    <a:lumMod val="75000"/>
                  </a:schemeClr>
                </a:solidFill>
                <a:latin typeface="Arial Black" panose="020B0A04020102020204" pitchFamily="34" charset="0"/>
              </a:rPr>
              <a:t>Summary</a:t>
            </a:r>
            <a:endParaRPr lang="en-IN" dirty="0">
              <a:solidFill>
                <a:schemeClr val="accent4">
                  <a:lumMod val="75000"/>
                </a:schemeClr>
              </a:solidFill>
              <a:latin typeface="Arial Black" panose="020B0A04020102020204" pitchFamily="34" charset="0"/>
            </a:endParaRPr>
          </a:p>
        </p:txBody>
      </p:sp>
      <p:sp>
        <p:nvSpPr>
          <p:cNvPr id="9" name="Title 1"/>
          <p:cNvSpPr txBox="1"/>
          <p:nvPr/>
        </p:nvSpPr>
        <p:spPr>
          <a:xfrm>
            <a:off x="7238999" y="1770624"/>
            <a:ext cx="3228975" cy="2191776"/>
          </a:xfrm>
          <a:prstGeom prst="rect">
            <a:avLst/>
          </a:prstGeom>
          <a:effectLst/>
        </p:spPr>
        <p:txBody>
          <a:bodyPr vert="horz" lIns="91440" tIns="45720" rIns="91440" bIns="45720" rtlCol="0" anchor="ctr">
            <a:normAutofit/>
          </a:bodyPr>
          <a:lstStyle>
            <a:lvl1pPr algn="ctr" defTabSz="457200" rtl="0" eaLnBrk="1" latinLnBrk="0" hangingPunct="1">
              <a:spcBef>
                <a:spcPct val="0"/>
              </a:spcBef>
              <a:buNone/>
              <a:defRPr sz="4000" kern="1200" cap="none">
                <a:ln w="3175" cmpd="sng">
                  <a:noFill/>
                </a:ln>
                <a:solidFill>
                  <a:schemeClr val="tx1"/>
                </a:solidFill>
                <a:effectLst/>
                <a:latin typeface="+mj-lt"/>
                <a:ea typeface="+mj-ea"/>
                <a:cs typeface="+mj-cs"/>
              </a:defRPr>
            </a:lvl1pPr>
            <a:lvl2pPr eaLnBrk="1" hangingPunct="1">
              <a:defRPr>
                <a:solidFill>
                  <a:schemeClr val="tx2"/>
                </a:solidFill>
              </a:defRPr>
            </a:lvl2pPr>
            <a:lvl3pPr eaLnBrk="1" hangingPunct="1">
              <a:defRPr>
                <a:solidFill>
                  <a:schemeClr val="tx2"/>
                </a:solidFill>
              </a:defRPr>
            </a:lvl3pPr>
            <a:lvl4pPr eaLnBrk="1" hangingPunct="1">
              <a:defRPr>
                <a:solidFill>
                  <a:schemeClr val="tx2"/>
                </a:solidFill>
              </a:defRPr>
            </a:lvl4pPr>
            <a:lvl5pPr eaLnBrk="1" hangingPunct="1">
              <a:defRPr>
                <a:solidFill>
                  <a:schemeClr val="tx2"/>
                </a:solidFill>
              </a:defRPr>
            </a:lvl5pPr>
            <a:lvl6pPr eaLnBrk="1" hangingPunct="1">
              <a:defRPr>
                <a:solidFill>
                  <a:schemeClr val="tx2"/>
                </a:solidFill>
              </a:defRPr>
            </a:lvl6pPr>
            <a:lvl7pPr eaLnBrk="1" hangingPunct="1">
              <a:defRPr>
                <a:solidFill>
                  <a:schemeClr val="tx2"/>
                </a:solidFill>
              </a:defRPr>
            </a:lvl7pPr>
            <a:lvl8pPr eaLnBrk="1" hangingPunct="1">
              <a:defRPr>
                <a:solidFill>
                  <a:schemeClr val="tx2"/>
                </a:solidFill>
              </a:defRPr>
            </a:lvl8pPr>
            <a:lvl9pPr eaLnBrk="1" hangingPunct="1">
              <a:defRPr>
                <a:solidFill>
                  <a:schemeClr val="tx2"/>
                </a:solidFill>
              </a:defRPr>
            </a:lvl9pPr>
          </a:lstStyle>
          <a:p>
            <a:pPr algn="l"/>
            <a:endParaRPr lang="en-IN" sz="1800" b="0" i="0" u="none" strike="noStrike" baseline="0" dirty="0">
              <a:solidFill>
                <a:srgbClr val="000000"/>
              </a:solidFill>
              <a:latin typeface="Times New Roman" panose="02020603050405020304" pitchFamily="18" charset="0"/>
            </a:endParaRPr>
          </a:p>
        </p:txBody>
      </p:sp>
      <p:sp>
        <p:nvSpPr>
          <p:cNvPr id="8" name="TextBox 7"/>
          <p:cNvSpPr txBox="1"/>
          <p:nvPr/>
        </p:nvSpPr>
        <p:spPr>
          <a:xfrm>
            <a:off x="1484311" y="1931398"/>
            <a:ext cx="10018712" cy="34778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IN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Today, we learned about</a:t>
            </a:r>
            <a:endParaRPr lang="en-IN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Inheritance Concept with Examples</a:t>
            </a: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chemeClr val="accent4">
                  <a:lumMod val="50000"/>
                </a:schemeClr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Member Access within Inheritance hierarchy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Constructors in Inheritance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super keyword and its uses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IN" sz="2000" dirty="0">
                <a:solidFill>
                  <a:srgbClr val="FF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Method overriding and Dynamic Method Dispatch Concept</a:t>
            </a:r>
            <a:endParaRPr lang="en-IN" sz="2000" dirty="0">
              <a:solidFill>
                <a:srgbClr val="FF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1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ppt_x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x"/>
                                          </p:val>
                                        </p:tav>
                                        <p:tav tm="100000">
                                          <p:val>
                                            <p:strVal val="#ppt_x"/>
                                          </p:val>
                                        </p:tav>
                                      </p:tavLst>
                                    </p:anim>
                                    <p:anim calcmode="lin" valueType="num">
                                      <p:cBhvr additive="base">
                                        <p:cTn id="12" dur="500" fill="hold"/>
                                        <p:tgtEl>
                                          <p:spTgt spid="8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1+#ppt_h/2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8" grpId="0"/>
    </p:bld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86" name="Picture 14" descr="Thank You Images – Browse 301,010 Stock Photos, Vectors, and Video | Adobe  Stock"/>
          <p:cNvPicPr>
            <a:picLocks noChangeAspect="1" noChangeArrowheads="1"/>
          </p:cNvPicPr>
          <p:nvPr/>
        </p:nvPicPr>
        <p:blipFill>
          <a:blip r:embed="rId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066925" y="1714500"/>
            <a:ext cx="8058150" cy="3429000"/>
          </a:xfrm>
          <a:prstGeom prst="rect">
            <a:avLst/>
          </a:prstGeom>
          <a:noFill/>
          <a:effectLst>
            <a:softEdge rad="635000"/>
          </a:effectLst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</p:cSld>
  <p:clrMapOvr>
    <a:masterClrMapping/>
  </p:clrMapOvr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Parallax">
  <a:themeElements>
    <a:clrScheme name="Parallax">
      <a:dk1>
        <a:sysClr val="windowText" lastClr="000000"/>
      </a:dk1>
      <a:lt1>
        <a:sysClr val="window" lastClr="FFFFFF"/>
      </a:lt1>
      <a:dk2>
        <a:srgbClr val="212121"/>
      </a:dk2>
      <a:lt2>
        <a:srgbClr val="CDD0D1"/>
      </a:lt2>
      <a:accent1>
        <a:srgbClr val="30ACEC"/>
      </a:accent1>
      <a:accent2>
        <a:srgbClr val="80C34F"/>
      </a:accent2>
      <a:accent3>
        <a:srgbClr val="E29D3E"/>
      </a:accent3>
      <a:accent4>
        <a:srgbClr val="D64A3B"/>
      </a:accent4>
      <a:accent5>
        <a:srgbClr val="D64787"/>
      </a:accent5>
      <a:accent6>
        <a:srgbClr val="A666E1"/>
      </a:accent6>
      <a:hlink>
        <a:srgbClr val="3085ED"/>
      </a:hlink>
      <a:folHlink>
        <a:srgbClr val="82B6F4"/>
      </a:folHlink>
    </a:clrScheme>
    <a:fontScheme name="Parallax">
      <a:maj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ajorFont>
      <a:minorFont>
        <a:latin typeface="Corbel"/>
        <a:ea typeface=""/>
        <a:cs typeface=""/>
        <a:font script="Jpan" typeface="HGｺﾞｼｯｸM"/>
        <a:font script="Hang" typeface="HY엽서L"/>
        <a:font script="Hans" typeface="华文楷体"/>
        <a:font script="Hant" typeface="新細明體"/>
        <a:font script="Arab" typeface="Tahoma"/>
        <a:font script="Hebr" typeface="Miriam"/>
        <a:font script="Thai" typeface="DilleniaUPC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Parallax">
      <a:fillStyleLst>
        <a:solidFill>
          <a:schemeClr val="phClr"/>
        </a:solidFill>
        <a:gradFill rotWithShape="1">
          <a:gsLst>
            <a:gs pos="0">
              <a:schemeClr val="phClr">
                <a:tint val="60000"/>
                <a:lumMod val="104000"/>
              </a:schemeClr>
            </a:gs>
            <a:gs pos="100000">
              <a:schemeClr val="phClr">
                <a:tint val="84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tint val="96000"/>
                <a:lumMod val="102000"/>
              </a:schemeClr>
            </a:gs>
            <a:gs pos="100000">
              <a:schemeClr val="phClr">
                <a:shade val="88000"/>
                <a:lumMod val="94000"/>
              </a:schemeClr>
            </a:gs>
          </a:gsLst>
          <a:path path="circle">
            <a:fillToRect l="50000" t="100000" r="100000" b="50000"/>
          </a:path>
        </a:gradFill>
      </a:fillStyleLst>
      <a:lnStyleLst>
        <a:ln w="9525" cap="rnd" cmpd="sng" algn="ctr">
          <a:solidFill>
            <a:schemeClr val="phClr">
              <a:tint val="60000"/>
            </a:schemeClr>
          </a:solidFill>
          <a:prstDash val="solid"/>
        </a:ln>
        <a:ln w="15875" cap="rnd" cmpd="sng" algn="ctr">
          <a:solidFill>
            <a:schemeClr val="phClr"/>
          </a:solidFill>
          <a:prstDash val="solid"/>
        </a:ln>
        <a:ln w="22225" cap="rnd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reflection blurRad="12700" stA="26000" endPos="32000" dist="12700" dir="5400000" sy="-100000" rotWithShape="0"/>
          </a:effectLst>
        </a:effectStyle>
        <a:effectStyle>
          <a:effectLst>
            <a:outerShdw blurRad="38100" dist="25400" dir="5400000" rotWithShape="0">
              <a:srgbClr val="000000">
                <a:alpha val="64000"/>
              </a:srgbClr>
            </a:outerShdw>
          </a:effectLst>
          <a:scene3d>
            <a:camera prst="orthographicFront">
              <a:rot lat="0" lon="0" rev="0"/>
            </a:camera>
            <a:lightRig rig="threePt" dir="tl">
              <a:rot lat="0" lon="0" rev="1200000"/>
            </a:lightRig>
          </a:scene3d>
          <a:sp3d>
            <a:bevelT w="25400" h="127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90000"/>
                <a:lumMod val="110000"/>
              </a:schemeClr>
            </a:gs>
            <a:gs pos="100000">
              <a:schemeClr val="phClr">
                <a:shade val="64000"/>
                <a:lumMod val="98000"/>
              </a:schemeClr>
            </a:gs>
          </a:gsLst>
          <a:lin ang="5400000" scaled="0"/>
        </a:gradFill>
        <a:blipFill rotWithShape="1">
          <a:blip xmlns:r="http://schemas.openxmlformats.org/officeDocument/2006/relationships" r:embed="rId1">
            <a:duotone>
              <a:schemeClr val="phClr">
                <a:shade val="76000"/>
                <a:satMod val="180000"/>
              </a:schemeClr>
              <a:schemeClr val="phClr">
                <a:tint val="80000"/>
                <a:satMod val="120000"/>
                <a:lumMod val="180000"/>
              </a:schemeClr>
            </a:duotone>
          </a:blip>
          <a:stretch>
            <a:fillRect/>
          </a:stretch>
        </a:blip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TM03457496[[fn=Parallax]]</Template>
  <TotalTime>0</TotalTime>
  <Words>9970</Words>
  <Application>WPS Presentation</Application>
  <PresentationFormat>Widescreen</PresentationFormat>
  <Paragraphs>480</Paragraphs>
  <Slides>21</Slides>
  <Notes>17</Notes>
  <HiddenSlides>0</HiddenSlides>
  <MMClips>0</MMClips>
  <ScaleCrop>false</ScaleCrop>
  <HeadingPairs>
    <vt:vector size="6" baseType="variant">
      <vt:variant>
        <vt:lpstr>已用的字体</vt:lpstr>
      </vt:variant>
      <vt:variant>
        <vt:i4>11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21</vt:i4>
      </vt:variant>
    </vt:vector>
  </HeadingPairs>
  <TitlesOfParts>
    <vt:vector size="33" baseType="lpstr">
      <vt:lpstr>Arial</vt:lpstr>
      <vt:lpstr>SimSun</vt:lpstr>
      <vt:lpstr>Wingdings</vt:lpstr>
      <vt:lpstr>Arial</vt:lpstr>
      <vt:lpstr>Arial Black</vt:lpstr>
      <vt:lpstr>Times New Roman</vt:lpstr>
      <vt:lpstr>Courier New</vt:lpstr>
      <vt:lpstr>Corbel</vt:lpstr>
      <vt:lpstr>Microsoft YaHei</vt:lpstr>
      <vt:lpstr>Arial Unicode MS</vt:lpstr>
      <vt:lpstr>Calibri</vt:lpstr>
      <vt:lpstr>Parallax</vt:lpstr>
      <vt:lpstr>JAVA Programming</vt:lpstr>
      <vt:lpstr>TOPICs to be discussed</vt:lpstr>
      <vt:lpstr>Let’s START …!!!</vt:lpstr>
      <vt:lpstr>Concept of Inheritance</vt:lpstr>
      <vt:lpstr>Inheritance in Java</vt:lpstr>
      <vt:lpstr>Inheritance (Example)</vt:lpstr>
      <vt:lpstr>Inheritance (Example)</vt:lpstr>
      <vt:lpstr>Member Access in Inheritance</vt:lpstr>
      <vt:lpstr>Constructors in Inheritance</vt:lpstr>
      <vt:lpstr>Constructors in Inheritance (Contd..)</vt:lpstr>
      <vt:lpstr>Constructors in Inheritance (Contd..)</vt:lpstr>
      <vt:lpstr>‘super’ keyword</vt:lpstr>
      <vt:lpstr>super: to refer to superclass member</vt:lpstr>
      <vt:lpstr>super: to call the superclass constructor</vt:lpstr>
      <vt:lpstr>Method Overriding</vt:lpstr>
      <vt:lpstr>Method Overriding (Contd..)</vt:lpstr>
      <vt:lpstr>Method Overriding (Contd..)</vt:lpstr>
      <vt:lpstr>Dynamic Method Dispatch</vt:lpstr>
      <vt:lpstr>Dynamic Method Dispatch</vt:lpstr>
      <vt:lpstr>Summary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JAVA Programming</dc:title>
  <dc:creator>Suvojit Dhara</dc:creator>
  <cp:lastModifiedBy>syed sajid</cp:lastModifiedBy>
  <cp:revision>309</cp:revision>
  <dcterms:created xsi:type="dcterms:W3CDTF">2024-06-05T06:37:00Z</dcterms:created>
  <dcterms:modified xsi:type="dcterms:W3CDTF">2025-09-09T05:13:18Z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ICV">
    <vt:lpwstr>20E4AD4B2FA44CD19B240A14F9E15738_12</vt:lpwstr>
  </property>
  <property fmtid="{D5CDD505-2E9C-101B-9397-08002B2CF9AE}" pid="3" name="KSOProductBuildVer">
    <vt:lpwstr>1033-12.2.0.21931</vt:lpwstr>
  </property>
</Properties>
</file>