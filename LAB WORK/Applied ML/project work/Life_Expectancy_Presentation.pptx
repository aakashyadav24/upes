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73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59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0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0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68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07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0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2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2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2879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19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9137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27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36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9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588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Life Expectancy Prediction in India using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Aakash Yadav &amp; Bhawani Singh</a:t>
            </a:r>
          </a:p>
          <a:p>
            <a:r>
              <a:t>MCA-AIML-B1 | Applied Machine Learning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Predict life expectancy trends in India using health indicators</a:t>
            </a:r>
          </a:p>
          <a:p>
            <a:r>
              <a:t>- Analyze infant &amp; adult mortality trends</a:t>
            </a:r>
          </a:p>
          <a:p>
            <a:r>
              <a:t>- Study their impact on life expectancy</a:t>
            </a:r>
          </a:p>
          <a:p>
            <a:r>
              <a:t>- Build a regression model to evaluate relationships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Source: life.csv (Global health dataset)</a:t>
            </a:r>
          </a:p>
          <a:p>
            <a:r>
              <a:rPr dirty="0"/>
              <a:t>- Attributes: </a:t>
            </a:r>
            <a:endParaRPr lang="en-IN" dirty="0"/>
          </a:p>
          <a:p>
            <a:pPr lvl="1"/>
            <a:r>
              <a:rPr dirty="0"/>
              <a:t>Year, </a:t>
            </a:r>
            <a:endParaRPr lang="en-IN" dirty="0"/>
          </a:p>
          <a:p>
            <a:pPr lvl="1"/>
            <a:r>
              <a:rPr dirty="0"/>
              <a:t>Life Expectancy, </a:t>
            </a:r>
            <a:endParaRPr lang="en-IN" dirty="0"/>
          </a:p>
          <a:p>
            <a:pPr lvl="1"/>
            <a:r>
              <a:rPr dirty="0"/>
              <a:t>Infant Mortality, </a:t>
            </a:r>
            <a:endParaRPr lang="en-IN" dirty="0"/>
          </a:p>
          <a:p>
            <a:pPr lvl="1"/>
            <a:r>
              <a:rPr dirty="0"/>
              <a:t>Adult Mortality</a:t>
            </a:r>
          </a:p>
          <a:p>
            <a:r>
              <a:rPr dirty="0"/>
              <a:t>- Filtered: India-specific records</a:t>
            </a:r>
            <a:endParaRPr lang="en-IN" dirty="0"/>
          </a:p>
          <a:p>
            <a:r>
              <a:rPr lang="en-IN" dirty="0"/>
              <a:t>Focus Variables: </a:t>
            </a:r>
          </a:p>
          <a:p>
            <a:pPr lvl="1"/>
            <a:r>
              <a:rPr lang="en-IN" dirty="0"/>
              <a:t>Infant Mortality, </a:t>
            </a:r>
          </a:p>
          <a:p>
            <a:pPr lvl="1"/>
            <a:r>
              <a:rPr lang="en-IN" dirty="0"/>
              <a:t>Adult Mortality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14EF4-A215-0103-3E78-E09E964C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2663-D294-5528-128E-D58768A2F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DDEB4-4C59-43D0-280F-561590EE4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70000"/>
            <a:ext cx="6347714" cy="1845733"/>
          </a:xfrm>
        </p:spPr>
        <p:txBody>
          <a:bodyPr/>
          <a:lstStyle/>
          <a:p>
            <a:r>
              <a:rPr dirty="0"/>
              <a:t>- Handled missing values with mean imputation</a:t>
            </a:r>
          </a:p>
          <a:p>
            <a:r>
              <a:rPr dirty="0"/>
              <a:t>- Selected numeric features</a:t>
            </a:r>
          </a:p>
          <a:p>
            <a:r>
              <a:rPr dirty="0"/>
              <a:t>- Cleaned inconsistencies</a:t>
            </a:r>
          </a:p>
          <a:p>
            <a:r>
              <a:rPr dirty="0"/>
              <a:t>- Filtered India-specific data</a:t>
            </a:r>
            <a:endParaRPr lang="en-IN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4BD89-67F3-9F11-5E6E-B15547A85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66" y="2937934"/>
            <a:ext cx="4377268" cy="2821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65D7EF-054D-C733-D91A-C9618646D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77" y="5895841"/>
            <a:ext cx="6525536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7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ACCEF4-17DD-116F-3649-75A8F6604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4864" y="1644335"/>
            <a:ext cx="2932816" cy="38814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506599-B9DA-7EFC-6CF2-FD1114EC8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7" y="1498600"/>
            <a:ext cx="3965880" cy="41729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7600-AD26-A4DD-7E67-D07E9C74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7C34-7F09-290B-1C90-60EECEA5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65899B-B35F-F8A6-B0FD-91967EED4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169373"/>
            <a:ext cx="6348413" cy="386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68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Linear Regression (scikit-learn)</a:t>
            </a:r>
          </a:p>
          <a:p>
            <a:r>
              <a:t>- Models:</a:t>
            </a:r>
          </a:p>
          <a:p>
            <a:r>
              <a:t>   • Infant Mortality vs Year</a:t>
            </a:r>
          </a:p>
          <a:p>
            <a:r>
              <a:t>   • Adult Mortality vs Year</a:t>
            </a:r>
          </a:p>
          <a:p>
            <a:r>
              <a:t>- Tools: Python, Pandas, Matplotlib, scikit-learn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Mean Squared Error (MSE)</a:t>
            </a:r>
          </a:p>
          <a:p>
            <a:r>
              <a:t>- Mean Absolute Error (MAE)</a:t>
            </a:r>
          </a:p>
          <a:p>
            <a:r>
              <a:t>- R² Score (Coefficient of Determination)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Infant Mortality (India &amp; Russia):</a:t>
            </a:r>
          </a:p>
          <a:p>
            <a:r>
              <a:t>   - Strong downward trend</a:t>
            </a:r>
          </a:p>
          <a:p>
            <a:r>
              <a:t>   - R² ≈ 0.99 (excellent fit)</a:t>
            </a:r>
          </a:p>
          <a:p>
            <a:endParaRPr/>
          </a:p>
          <a:p>
            <a:r>
              <a:t>• Adult Mortality (India):</a:t>
            </a:r>
          </a:p>
          <a:p>
            <a:r>
              <a:t>   - Data irregular, poor model fit</a:t>
            </a:r>
          </a:p>
          <a:p>
            <a:r>
              <a:t>   - Negative R² (unreliable model)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Challenge: Missing &amp; inconsistent data</a:t>
            </a:r>
          </a:p>
          <a:p>
            <a:pPr lvl="1"/>
            <a:r>
              <a:rPr dirty="0"/>
              <a:t>  • Solution: Mean imputation &amp; filtering</a:t>
            </a:r>
          </a:p>
          <a:p>
            <a:endParaRPr dirty="0"/>
          </a:p>
          <a:p>
            <a:r>
              <a:rPr dirty="0"/>
              <a:t>- Challenge: Adult mortality unpredictable</a:t>
            </a:r>
          </a:p>
          <a:p>
            <a:pPr lvl="1"/>
            <a:r>
              <a:rPr dirty="0"/>
              <a:t>  • Solution: Future scope → Non-linear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Scatter plots of mortality trends</a:t>
            </a:r>
          </a:p>
          <a:p>
            <a:r>
              <a:t>- Regression line predictions</a:t>
            </a:r>
          </a:p>
          <a:p>
            <a:r>
              <a:t>- Training vs Testing data visualizations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Infant mortality reduction drives higher life expectancy</a:t>
            </a:r>
          </a:p>
          <a:p>
            <a:r>
              <a:t>- Adult mortality harder to model with linear regression</a:t>
            </a:r>
          </a:p>
          <a:p>
            <a:r>
              <a:t>- Life expectancy reflects India’s healthcare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296</Words>
  <Application>Microsoft Office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Life Expectancy Prediction in India using Linear Regression</vt:lpstr>
      <vt:lpstr>Problem Statement &amp; Objectives</vt:lpstr>
      <vt:lpstr>Dataset Details</vt:lpstr>
      <vt:lpstr>Data Preprocessing</vt:lpstr>
      <vt:lpstr>Data Preprocessing</vt:lpstr>
      <vt:lpstr>Data Preprocessing</vt:lpstr>
      <vt:lpstr>Model Used</vt:lpstr>
      <vt:lpstr>Evaluation Metrics</vt:lpstr>
      <vt:lpstr>Results</vt:lpstr>
      <vt:lpstr>Challenges &amp; Solutions</vt:lpstr>
      <vt:lpstr>Demo Screenshots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Aakash  Yadav</cp:lastModifiedBy>
  <cp:revision>3</cp:revision>
  <dcterms:created xsi:type="dcterms:W3CDTF">2013-01-27T09:14:16Z</dcterms:created>
  <dcterms:modified xsi:type="dcterms:W3CDTF">2025-10-01T14:36:55Z</dcterms:modified>
  <cp:category/>
</cp:coreProperties>
</file>