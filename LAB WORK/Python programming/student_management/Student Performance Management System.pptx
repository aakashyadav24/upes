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717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10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9.png"/><Relationship Id="rId21" Type="http://schemas.openxmlformats.org/officeDocument/2006/relationships/image" Target="../media/image50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10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image" Target="../media/image9.pn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29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28" Type="http://schemas.openxmlformats.org/officeDocument/2006/relationships/image" Target="../media/image75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3" Type="http://schemas.openxmlformats.org/officeDocument/2006/relationships/image" Target="../media/image9.png"/><Relationship Id="rId21" Type="http://schemas.openxmlformats.org/officeDocument/2006/relationships/image" Target="../media/image93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4" Type="http://schemas.openxmlformats.org/officeDocument/2006/relationships/image" Target="../media/image10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1219200" cy="1219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800" y="4419600"/>
            <a:ext cx="1828800" cy="1828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1219200"/>
            <a:ext cx="914400" cy="914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3390900"/>
            <a:ext cx="12192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248400"/>
            <a:ext cx="121920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6210300"/>
            <a:ext cx="3619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01450" y="304800"/>
            <a:ext cx="285750" cy="3429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4734416" y="1181100"/>
            <a:ext cx="272301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14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3600" dirty="0"/>
          </a:p>
        </p:txBody>
      </p:sp>
      <p:sp>
        <p:nvSpPr>
          <p:cNvPr id="11" name="Text 1"/>
          <p:cNvSpPr/>
          <p:nvPr/>
        </p:nvSpPr>
        <p:spPr>
          <a:xfrm>
            <a:off x="457200" y="1943100"/>
            <a:ext cx="1127760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Student Performance Management System</a:t>
            </a:r>
            <a:endParaRPr lang="en-US" sz="4500" dirty="0"/>
          </a:p>
        </p:txBody>
      </p:sp>
      <p:sp>
        <p:nvSpPr>
          <p:cNvPr id="12" name="Text 2"/>
          <p:cNvSpPr/>
          <p:nvPr/>
        </p:nvSpPr>
        <p:spPr>
          <a:xfrm>
            <a:off x="457200" y="3733800"/>
            <a:ext cx="11277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kern="0" spc="36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 Programming – MCA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457200" y="48006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Submitted by: Aakash Yadav, Akash Kukreti, Shivansh Gupta, Sandeep Kumar</a:t>
            </a:r>
            <a:endParaRPr lang="en-US" sz="1500" dirty="0"/>
          </a:p>
        </p:txBody>
      </p:sp>
      <p:sp>
        <p:nvSpPr>
          <p:cNvPr id="14" name="Text 4"/>
          <p:cNvSpPr/>
          <p:nvPr/>
        </p:nvSpPr>
        <p:spPr>
          <a:xfrm>
            <a:off x="457200" y="52197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Submitted to: Kunwar Siddharth</a:t>
            </a:r>
            <a:endParaRPr lang="en-US" sz="1500" dirty="0"/>
          </a:p>
        </p:txBody>
      </p:sp>
      <p:sp>
        <p:nvSpPr>
          <p:cNvPr id="15" name="Text 5"/>
          <p:cNvSpPr/>
          <p:nvPr/>
        </p:nvSpPr>
        <p:spPr>
          <a:xfrm>
            <a:off x="457200" y="56388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Academic Year: 2025-2027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81000"/>
            <a:ext cx="11430000" cy="533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714500"/>
            <a:ext cx="3657600" cy="1981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943100"/>
            <a:ext cx="40005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057400"/>
            <a:ext cx="1714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7200" y="1714500"/>
            <a:ext cx="3657600" cy="1981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5800" y="1943100"/>
            <a:ext cx="40005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0100" y="2057400"/>
            <a:ext cx="1714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3400" y="1714500"/>
            <a:ext cx="3657600" cy="1981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0" y="1943100"/>
            <a:ext cx="45720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6300" y="20574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924300"/>
            <a:ext cx="11430000" cy="723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4114800"/>
            <a:ext cx="219075" cy="3429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381000" y="12192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Manual maintenance of student academic records presents significant challenges for educators and institutions: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1162050" y="2076450"/>
            <a:ext cx="23058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Calculation Errors</a:t>
            </a:r>
            <a:endParaRPr lang="en-US" sz="1500" dirty="0"/>
          </a:p>
        </p:txBody>
      </p:sp>
      <p:sp>
        <p:nvSpPr>
          <p:cNvPr id="18" name="Text 3"/>
          <p:cNvSpPr/>
          <p:nvPr/>
        </p:nvSpPr>
        <p:spPr>
          <a:xfrm>
            <a:off x="609600" y="2628900"/>
            <a:ext cx="3840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Manual calculation of percentages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609600" y="2933700"/>
            <a:ext cx="3840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Error-prone grade assignment</a:t>
            </a:r>
            <a:endParaRPr lang="en-US" sz="1200" dirty="0"/>
          </a:p>
        </p:txBody>
      </p:sp>
      <p:sp>
        <p:nvSpPr>
          <p:cNvPr id="20" name="Text 5"/>
          <p:cNvSpPr/>
          <p:nvPr/>
        </p:nvSpPr>
        <p:spPr>
          <a:xfrm>
            <a:off x="609600" y="3238500"/>
            <a:ext cx="3840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Time-consuming average calculations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5048250" y="2076450"/>
            <a:ext cx="26622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Record Management</a:t>
            </a:r>
            <a:endParaRPr lang="en-US" sz="1500" dirty="0"/>
          </a:p>
        </p:txBody>
      </p:sp>
      <p:sp>
        <p:nvSpPr>
          <p:cNvPr id="22" name="Text 7"/>
          <p:cNvSpPr/>
          <p:nvPr/>
        </p:nvSpPr>
        <p:spPr>
          <a:xfrm>
            <a:off x="4495800" y="2628900"/>
            <a:ext cx="3840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Difficult to maintain physical records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4495800" y="2933700"/>
            <a:ext cx="3840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Excel sheets become unwieldy</a:t>
            </a:r>
            <a:endParaRPr lang="en-US" sz="1200" dirty="0"/>
          </a:p>
        </p:txBody>
      </p:sp>
      <p:sp>
        <p:nvSpPr>
          <p:cNvPr id="24" name="Text 9"/>
          <p:cNvSpPr/>
          <p:nvPr/>
        </p:nvSpPr>
        <p:spPr>
          <a:xfrm>
            <a:off x="4495800" y="3238500"/>
            <a:ext cx="3840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Manual tracking of student progress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8991600" y="2076450"/>
            <a:ext cx="22286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Limited Analytics</a:t>
            </a:r>
            <a:endParaRPr lang="en-US" sz="1500" dirty="0"/>
          </a:p>
        </p:txBody>
      </p:sp>
      <p:sp>
        <p:nvSpPr>
          <p:cNvPr id="26" name="Text 11"/>
          <p:cNvSpPr/>
          <p:nvPr/>
        </p:nvSpPr>
        <p:spPr>
          <a:xfrm>
            <a:off x="8382000" y="2628900"/>
            <a:ext cx="3840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Lack of performance insights</a:t>
            </a:r>
            <a:endParaRPr lang="en-US" sz="1200" dirty="0"/>
          </a:p>
        </p:txBody>
      </p:sp>
      <p:sp>
        <p:nvSpPr>
          <p:cNvPr id="27" name="Text 12"/>
          <p:cNvSpPr/>
          <p:nvPr/>
        </p:nvSpPr>
        <p:spPr>
          <a:xfrm>
            <a:off x="8382000" y="2933700"/>
            <a:ext cx="3840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automated reporting</a:t>
            </a:r>
            <a:endParaRPr lang="en-US" sz="1200" dirty="0"/>
          </a:p>
        </p:txBody>
      </p:sp>
      <p:sp>
        <p:nvSpPr>
          <p:cNvPr id="28" name="Text 13"/>
          <p:cNvSpPr/>
          <p:nvPr/>
        </p:nvSpPr>
        <p:spPr>
          <a:xfrm>
            <a:off x="8382000" y="3238500"/>
            <a:ext cx="3840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Difficulty in identifying trends</a:t>
            </a:r>
            <a:endParaRPr lang="en-US" sz="1200" dirty="0"/>
          </a:p>
        </p:txBody>
      </p:sp>
      <p:sp>
        <p:nvSpPr>
          <p:cNvPr id="29" name="Text 14"/>
          <p:cNvSpPr/>
          <p:nvPr/>
        </p:nvSpPr>
        <p:spPr>
          <a:xfrm>
            <a:off x="942975" y="4152900"/>
            <a:ext cx="128083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Traditional methods lack the automation and analytical capabilities needed for effective student performance management.</a:t>
            </a:r>
            <a:endParaRPr lang="en-US" sz="1350" dirty="0"/>
          </a:p>
        </p:txBody>
      </p:sp>
      <p:sp>
        <p:nvSpPr>
          <p:cNvPr id="30" name="Text 15"/>
          <p:cNvSpPr/>
          <p:nvPr/>
        </p:nvSpPr>
        <p:spPr>
          <a:xfrm>
            <a:off x="381000" y="6286500"/>
            <a:ext cx="34473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Student Performance Management System</a:t>
            </a:r>
            <a:endParaRPr lang="en-US" sz="1050" dirty="0"/>
          </a:p>
        </p:txBody>
      </p:sp>
      <p:sp>
        <p:nvSpPr>
          <p:cNvPr id="31" name="Text 16"/>
          <p:cNvSpPr/>
          <p:nvPr/>
        </p:nvSpPr>
        <p:spPr>
          <a:xfrm>
            <a:off x="11596390" y="62865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2/6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81000"/>
            <a:ext cx="11430000" cy="533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866900"/>
            <a:ext cx="5600700" cy="1409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57400"/>
            <a:ext cx="51435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171700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866900"/>
            <a:ext cx="5600700" cy="1409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057400"/>
            <a:ext cx="40005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2171700"/>
            <a:ext cx="1714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505200"/>
            <a:ext cx="5600700" cy="1409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695700"/>
            <a:ext cx="45720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8100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3505200"/>
            <a:ext cx="5600700" cy="1409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695700"/>
            <a:ext cx="485775" cy="533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3810000"/>
            <a:ext cx="257175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5105400"/>
            <a:ext cx="11430000" cy="914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5391150"/>
            <a:ext cx="285750" cy="3429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Objective &amp; Use of the Project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381000" y="1143000"/>
            <a:ext cx="11430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Student Performance Management System aims to transform academic record management through automation and intelligent analytics.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1238250" y="205740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Process Automation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1238250" y="2400300"/>
            <a:ext cx="45529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 student record maintenance with intelligent systems that handle data entry, calculations, and reporting with minimal human intervention.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6953250" y="2057400"/>
            <a:ext cx="4667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Evaluation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6953250" y="2400300"/>
            <a:ext cx="46672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Automatically calculate percentages, averages, and grades while reducing manual errors through validated algorithms and automated workflows.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1181100" y="3695700"/>
            <a:ext cx="461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Portability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1181100" y="4038600"/>
            <a:ext cx="4610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Import and export student data seamlessly between systems using standard formats like CSV and JSON, ensuring flexibility and compatibility.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7038975" y="3695700"/>
            <a:ext cx="45815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A341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Insights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7038975" y="4038600"/>
            <a:ext cx="458152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Generate actionable insights through analytics that identify top performers, analyze subject-wise statistics, and visualize grade distributions.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1009650" y="5295900"/>
            <a:ext cx="106108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system eliminates manual record-keeping challenges while providing powerful analytics to improve educational decision-making.</a:t>
            </a:r>
            <a:endParaRPr lang="en-US" sz="1350" dirty="0"/>
          </a:p>
        </p:txBody>
      </p:sp>
      <p:sp>
        <p:nvSpPr>
          <p:cNvPr id="29" name="Text 11"/>
          <p:cNvSpPr/>
          <p:nvPr/>
        </p:nvSpPr>
        <p:spPr>
          <a:xfrm>
            <a:off x="381000" y="6286500"/>
            <a:ext cx="34473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Student Performance Management System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11596390" y="62865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3/6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81000"/>
            <a:ext cx="11430000" cy="533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600700" cy="1524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4572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4097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819400"/>
            <a:ext cx="5600700" cy="1524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009900"/>
            <a:ext cx="45720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1242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4533900"/>
            <a:ext cx="5600700" cy="1524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4724400"/>
            <a:ext cx="485775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83870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1104900"/>
            <a:ext cx="5600700" cy="5029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1295400"/>
            <a:ext cx="457200" cy="533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14097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009900"/>
            <a:ext cx="2857500" cy="1143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4229100"/>
            <a:ext cx="52197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46291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58348" y="4629150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74819" y="4629150"/>
            <a:ext cx="171450" cy="1524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Features / Functionalities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1181100" y="1428750"/>
            <a:ext cx="347686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Student Data Management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571500" y="1943100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 student details (ID, Name, Gender, Qualification, Marks)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571500" y="2209800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Store and manage data using CSV files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1181100" y="3143250"/>
            <a:ext cx="24829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Import/Export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571500" y="3657600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Export to JSON for portability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571500" y="3924300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Import data from external CSV files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1209675" y="4857750"/>
            <a:ext cx="170717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GUI Interface</a:t>
            </a:r>
            <a:endParaRPr lang="en-US" sz="1500" dirty="0"/>
          </a:p>
        </p:txBody>
      </p:sp>
      <p:sp>
        <p:nvSpPr>
          <p:cNvPr id="29" name="Text 8"/>
          <p:cNvSpPr/>
          <p:nvPr/>
        </p:nvSpPr>
        <p:spPr>
          <a:xfrm>
            <a:off x="571500" y="5372100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Intuitive interface designed using Tkinter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571500" y="5638800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Seamless user experience for data entry and analysis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7010400" y="1428750"/>
            <a:ext cx="26542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32" name="Text 11"/>
          <p:cNvSpPr/>
          <p:nvPr/>
        </p:nvSpPr>
        <p:spPr>
          <a:xfrm>
            <a:off x="6400800" y="1981200"/>
            <a:ext cx="5219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Top performers ranking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6400800" y="2324100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Subject-wise statistical summary (mean, median, min, max)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6400800" y="2705100"/>
            <a:ext cx="5219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Grade Distribution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6400800" y="4343400"/>
            <a:ext cx="52197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Built with:</a:t>
            </a:r>
            <a:endParaRPr lang="en-US" sz="1050" dirty="0"/>
          </a:p>
        </p:txBody>
      </p:sp>
      <p:sp>
        <p:nvSpPr>
          <p:cNvPr id="36" name="Text 15"/>
          <p:cNvSpPr/>
          <p:nvPr/>
        </p:nvSpPr>
        <p:spPr>
          <a:xfrm>
            <a:off x="6629400" y="4610100"/>
            <a:ext cx="57185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Pandas</a:t>
            </a:r>
            <a:endParaRPr lang="en-US" sz="1050" dirty="0"/>
          </a:p>
        </p:txBody>
      </p:sp>
      <p:sp>
        <p:nvSpPr>
          <p:cNvPr id="37" name="Text 16"/>
          <p:cNvSpPr/>
          <p:nvPr/>
        </p:nvSpPr>
        <p:spPr>
          <a:xfrm>
            <a:off x="7448848" y="4610100"/>
            <a:ext cx="56828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NumPy</a:t>
            </a:r>
            <a:endParaRPr lang="en-US" sz="1050" dirty="0"/>
          </a:p>
        </p:txBody>
      </p:sp>
      <p:sp>
        <p:nvSpPr>
          <p:cNvPr id="38" name="Text 17"/>
          <p:cNvSpPr/>
          <p:nvPr/>
        </p:nvSpPr>
        <p:spPr>
          <a:xfrm>
            <a:off x="8322469" y="4610100"/>
            <a:ext cx="79617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Matplotlib</a:t>
            </a:r>
            <a:endParaRPr lang="en-US" sz="1050" dirty="0"/>
          </a:p>
        </p:txBody>
      </p:sp>
      <p:sp>
        <p:nvSpPr>
          <p:cNvPr id="39" name="Text 18"/>
          <p:cNvSpPr/>
          <p:nvPr/>
        </p:nvSpPr>
        <p:spPr>
          <a:xfrm>
            <a:off x="381000" y="6286500"/>
            <a:ext cx="34473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Student Performance Management System</a:t>
            </a:r>
            <a:endParaRPr lang="en-US" sz="1050" dirty="0"/>
          </a:p>
        </p:txBody>
      </p:sp>
      <p:sp>
        <p:nvSpPr>
          <p:cNvPr id="40" name="Text 19"/>
          <p:cNvSpPr/>
          <p:nvPr/>
        </p:nvSpPr>
        <p:spPr>
          <a:xfrm>
            <a:off x="11596390" y="62865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4/6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81000"/>
            <a:ext cx="11430000" cy="4953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485900"/>
            <a:ext cx="5486400" cy="838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638300"/>
            <a:ext cx="428625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752600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438400"/>
            <a:ext cx="5486400" cy="1143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743200"/>
            <a:ext cx="428625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2857500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4425" y="2933700"/>
            <a:ext cx="1714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77355" y="29337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4425" y="3238500"/>
            <a:ext cx="1143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77355" y="32385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3695700"/>
            <a:ext cx="5486400" cy="838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3848100"/>
            <a:ext cx="428625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3962400"/>
            <a:ext cx="20002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4425" y="4191000"/>
            <a:ext cx="1143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04157" y="4191000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1485900"/>
            <a:ext cx="54864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15100" y="1676400"/>
            <a:ext cx="5105400" cy="495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04188" y="1790700"/>
            <a:ext cx="219075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15100" y="2590800"/>
            <a:ext cx="5105400" cy="495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04758" y="2705100"/>
            <a:ext cx="238125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15100" y="3505200"/>
            <a:ext cx="5105400" cy="4953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28459" y="3619500"/>
            <a:ext cx="190500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15100" y="4419600"/>
            <a:ext cx="5105400" cy="4953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99537" y="4533900"/>
            <a:ext cx="190500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67800" y="2133600"/>
            <a:ext cx="38100" cy="4572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67800" y="3048000"/>
            <a:ext cx="38100" cy="4572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67800" y="3962400"/>
            <a:ext cx="38100" cy="4572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 Stack / Architecture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381000" y="1066800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Technology Components</a:t>
            </a:r>
            <a:endParaRPr lang="en-US" sz="1800" dirty="0"/>
          </a:p>
        </p:txBody>
      </p:sp>
      <p:sp>
        <p:nvSpPr>
          <p:cNvPr id="33" name="Text 2"/>
          <p:cNvSpPr/>
          <p:nvPr/>
        </p:nvSpPr>
        <p:spPr>
          <a:xfrm>
            <a:off x="1114425" y="1657350"/>
            <a:ext cx="30907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Programming Language</a:t>
            </a:r>
            <a:endParaRPr lang="en-US" sz="1500" dirty="0"/>
          </a:p>
        </p:txBody>
      </p:sp>
      <p:sp>
        <p:nvSpPr>
          <p:cNvPr id="34" name="Text 3"/>
          <p:cNvSpPr/>
          <p:nvPr/>
        </p:nvSpPr>
        <p:spPr>
          <a:xfrm>
            <a:off x="1114425" y="1924050"/>
            <a:ext cx="25756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1200" dirty="0"/>
          </a:p>
        </p:txBody>
      </p:sp>
      <p:sp>
        <p:nvSpPr>
          <p:cNvPr id="35" name="Text 4"/>
          <p:cNvSpPr/>
          <p:nvPr/>
        </p:nvSpPr>
        <p:spPr>
          <a:xfrm>
            <a:off x="1114425" y="2590800"/>
            <a:ext cx="24595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Libraries</a:t>
            </a:r>
            <a:endParaRPr lang="en-US" sz="1500" dirty="0"/>
          </a:p>
        </p:txBody>
      </p:sp>
      <p:sp>
        <p:nvSpPr>
          <p:cNvPr id="36" name="Text 5"/>
          <p:cNvSpPr/>
          <p:nvPr/>
        </p:nvSpPr>
        <p:spPr>
          <a:xfrm>
            <a:off x="1362075" y="2895600"/>
            <a:ext cx="6438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Tkinter</a:t>
            </a:r>
            <a:endParaRPr lang="en-US" sz="1200" dirty="0"/>
          </a:p>
        </p:txBody>
      </p:sp>
      <p:sp>
        <p:nvSpPr>
          <p:cNvPr id="37" name="Text 6"/>
          <p:cNvSpPr/>
          <p:nvPr/>
        </p:nvSpPr>
        <p:spPr>
          <a:xfrm>
            <a:off x="2405955" y="2895600"/>
            <a:ext cx="6534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Pandas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1304925" y="3200400"/>
            <a:ext cx="64936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NumPy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2405955" y="3200400"/>
            <a:ext cx="90975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1114425" y="3848100"/>
            <a:ext cx="27639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Storage</a:t>
            </a:r>
            <a:endParaRPr lang="en-US" sz="1500" dirty="0"/>
          </a:p>
        </p:txBody>
      </p:sp>
      <p:sp>
        <p:nvSpPr>
          <p:cNvPr id="41" name="Text 10"/>
          <p:cNvSpPr/>
          <p:nvPr/>
        </p:nvSpPr>
        <p:spPr>
          <a:xfrm>
            <a:off x="1304925" y="4152900"/>
            <a:ext cx="8283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CSV Files</a:t>
            </a:r>
            <a:endParaRPr lang="en-US" sz="1200" dirty="0"/>
          </a:p>
        </p:txBody>
      </p:sp>
      <p:sp>
        <p:nvSpPr>
          <p:cNvPr id="42" name="Text 11"/>
          <p:cNvSpPr/>
          <p:nvPr/>
        </p:nvSpPr>
        <p:spPr>
          <a:xfrm>
            <a:off x="2494657" y="4152900"/>
            <a:ext cx="11076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JSON Export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6324600" y="10668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44" name="Text 13"/>
          <p:cNvSpPr/>
          <p:nvPr/>
        </p:nvSpPr>
        <p:spPr>
          <a:xfrm>
            <a:off x="8799463" y="1809750"/>
            <a:ext cx="998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GUI Layer</a:t>
            </a:r>
            <a:endParaRPr lang="en-US" sz="1200" dirty="0"/>
          </a:p>
        </p:txBody>
      </p:sp>
      <p:sp>
        <p:nvSpPr>
          <p:cNvPr id="45" name="Text 14"/>
          <p:cNvSpPr/>
          <p:nvPr/>
        </p:nvSpPr>
        <p:spPr>
          <a:xfrm>
            <a:off x="8619083" y="2724150"/>
            <a:ext cx="145393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Manager</a:t>
            </a:r>
            <a:endParaRPr lang="en-US" sz="1200" dirty="0"/>
          </a:p>
        </p:txBody>
      </p:sp>
      <p:sp>
        <p:nvSpPr>
          <p:cNvPr id="46" name="Text 15"/>
          <p:cNvSpPr/>
          <p:nvPr/>
        </p:nvSpPr>
        <p:spPr>
          <a:xfrm>
            <a:off x="8895159" y="3638550"/>
            <a:ext cx="7341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54D0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Models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8466237" y="4552950"/>
            <a:ext cx="176361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Analytics Module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381000" y="6286500"/>
            <a:ext cx="34473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Student Performance Management System</a:t>
            </a:r>
            <a:endParaRPr lang="en-US" sz="1050" dirty="0"/>
          </a:p>
        </p:txBody>
      </p:sp>
      <p:sp>
        <p:nvSpPr>
          <p:cNvPr id="49" name="Text 18"/>
          <p:cNvSpPr/>
          <p:nvPr/>
        </p:nvSpPr>
        <p:spPr>
          <a:xfrm>
            <a:off x="11596390" y="62865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5/6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81000"/>
            <a:ext cx="11430000" cy="533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43000"/>
            <a:ext cx="5562600" cy="3924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097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943100"/>
            <a:ext cx="3429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047875"/>
            <a:ext cx="1905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819400"/>
            <a:ext cx="3048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9241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695700"/>
            <a:ext cx="3048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8004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1143000"/>
            <a:ext cx="5562600" cy="3924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1409700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1943100"/>
            <a:ext cx="3429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2047875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2590800"/>
            <a:ext cx="3429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2695575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3238500"/>
            <a:ext cx="2667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3200" y="3343275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" y="5295900"/>
            <a:ext cx="11430000" cy="838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3400" y="5562600"/>
            <a:ext cx="171450" cy="3048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952500" y="1371600"/>
            <a:ext cx="6126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Achievements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1066800" y="1905000"/>
            <a:ext cx="4648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Automation</a:t>
            </a:r>
            <a:endParaRPr lang="en-US" sz="1350" dirty="0"/>
          </a:p>
        </p:txBody>
      </p:sp>
      <p:sp>
        <p:nvSpPr>
          <p:cNvPr id="25" name="Text 3"/>
          <p:cNvSpPr/>
          <p:nvPr/>
        </p:nvSpPr>
        <p:spPr>
          <a:xfrm>
            <a:off x="1066800" y="2171700"/>
            <a:ext cx="4648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Successfully automates evaluation and record keeping processes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1028700" y="2781300"/>
            <a:ext cx="4686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Data-Driven Decisions</a:t>
            </a:r>
            <a:endParaRPr lang="en-US" sz="1350" dirty="0"/>
          </a:p>
        </p:txBody>
      </p:sp>
      <p:sp>
        <p:nvSpPr>
          <p:cNvPr id="27" name="Text 5"/>
          <p:cNvSpPr/>
          <p:nvPr/>
        </p:nvSpPr>
        <p:spPr>
          <a:xfrm>
            <a:off x="1028700" y="3048000"/>
            <a:ext cx="4686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quick decision-making based on performance analytics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1028700" y="3657600"/>
            <a:ext cx="434414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Error Reduction</a:t>
            </a:r>
            <a:endParaRPr lang="en-US" sz="1350" dirty="0"/>
          </a:p>
        </p:txBody>
      </p:sp>
      <p:sp>
        <p:nvSpPr>
          <p:cNvPr id="29" name="Text 7"/>
          <p:cNvSpPr/>
          <p:nvPr/>
        </p:nvSpPr>
        <p:spPr>
          <a:xfrm>
            <a:off x="1028700" y="3924300"/>
            <a:ext cx="52129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Eliminates manual errors and improves overall efficiency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6819900" y="1371600"/>
            <a:ext cx="6126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31" name="Text 9"/>
          <p:cNvSpPr/>
          <p:nvPr/>
        </p:nvSpPr>
        <p:spPr>
          <a:xfrm>
            <a:off x="6934200" y="1905000"/>
            <a:ext cx="438001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Authentication System</a:t>
            </a:r>
            <a:endParaRPr lang="en-US" sz="1350" dirty="0"/>
          </a:p>
        </p:txBody>
      </p:sp>
      <p:sp>
        <p:nvSpPr>
          <p:cNvPr id="32" name="Text 10"/>
          <p:cNvSpPr/>
          <p:nvPr/>
        </p:nvSpPr>
        <p:spPr>
          <a:xfrm>
            <a:off x="6934200" y="2171700"/>
            <a:ext cx="52560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admin/teacher login system for secure access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6934200" y="2552700"/>
            <a:ext cx="4114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 Integration</a:t>
            </a:r>
            <a:endParaRPr lang="en-US" sz="1350" dirty="0"/>
          </a:p>
        </p:txBody>
      </p:sp>
      <p:sp>
        <p:nvSpPr>
          <p:cNvPr id="34" name="Text 12"/>
          <p:cNvSpPr/>
          <p:nvPr/>
        </p:nvSpPr>
        <p:spPr>
          <a:xfrm>
            <a:off x="6934200" y="2819400"/>
            <a:ext cx="4937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 cloud database support for seamless data access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6858000" y="3200400"/>
            <a:ext cx="47930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Cross-Platform Access</a:t>
            </a:r>
            <a:endParaRPr lang="en-US" sz="1350" dirty="0"/>
          </a:p>
        </p:txBody>
      </p:sp>
      <p:sp>
        <p:nvSpPr>
          <p:cNvPr id="36" name="Text 14"/>
          <p:cNvSpPr/>
          <p:nvPr/>
        </p:nvSpPr>
        <p:spPr>
          <a:xfrm>
            <a:off x="6858000" y="3467100"/>
            <a:ext cx="47930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 web and mobile versions for remote access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857250" y="5448300"/>
            <a:ext cx="108013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Student Performance Management System represents a significant step toward modernizing education administration through Python-powered automation.</a:t>
            </a:r>
            <a:endParaRPr lang="en-US" sz="1350" dirty="0"/>
          </a:p>
        </p:txBody>
      </p:sp>
      <p:sp>
        <p:nvSpPr>
          <p:cNvPr id="38" name="Text 16"/>
          <p:cNvSpPr/>
          <p:nvPr/>
        </p:nvSpPr>
        <p:spPr>
          <a:xfrm>
            <a:off x="381000" y="6286500"/>
            <a:ext cx="34473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Student Performance Management System</a:t>
            </a:r>
            <a:endParaRPr lang="en-US" sz="1050" dirty="0"/>
          </a:p>
        </p:txBody>
      </p:sp>
      <p:sp>
        <p:nvSpPr>
          <p:cNvPr id="39" name="Text 17"/>
          <p:cNvSpPr/>
          <p:nvPr/>
        </p:nvSpPr>
        <p:spPr>
          <a:xfrm>
            <a:off x="11596390" y="62865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6/6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456</Words>
  <Application>Microsoft Office PowerPoint</Application>
  <PresentationFormat>Widescreen</PresentationFormat>
  <Paragraphs>99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Aakash  Yadav</cp:lastModifiedBy>
  <cp:revision>2</cp:revision>
  <dcterms:created xsi:type="dcterms:W3CDTF">2025-11-30T16:33:56Z</dcterms:created>
  <dcterms:modified xsi:type="dcterms:W3CDTF">2025-11-30T16:38:24Z</dcterms:modified>
</cp:coreProperties>
</file>